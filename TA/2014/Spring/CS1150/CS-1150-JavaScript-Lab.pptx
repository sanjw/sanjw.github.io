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9"/>
  </p:notesMasterIdLst>
  <p:sldIdLst>
    <p:sldId id="256" r:id="rId2"/>
    <p:sldId id="315" r:id="rId3"/>
    <p:sldId id="257" r:id="rId4"/>
    <p:sldId id="268" r:id="rId5"/>
    <p:sldId id="294" r:id="rId6"/>
    <p:sldId id="295" r:id="rId7"/>
    <p:sldId id="310" r:id="rId8"/>
    <p:sldId id="312" r:id="rId9"/>
    <p:sldId id="314" r:id="rId10"/>
    <p:sldId id="296" r:id="rId11"/>
    <p:sldId id="318" r:id="rId12"/>
    <p:sldId id="321" r:id="rId13"/>
    <p:sldId id="313" r:id="rId14"/>
    <p:sldId id="311" r:id="rId15"/>
    <p:sldId id="320" r:id="rId16"/>
    <p:sldId id="316" r:id="rId17"/>
    <p:sldId id="31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913868-69B1-49D4-AC12-72EBE554F52A}" type="datetimeFigureOut">
              <a:rPr lang="en-US" smtClean="0"/>
              <a:t>3/10/2014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9F786C-A293-4201-B9C0-D0C5BE35C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206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886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5345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2573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3463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9F786C-A293-4201-B9C0-D0C5BE35C33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49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14FF61A-096B-4ACC-9047-613DE7167064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827ED-A3A2-42F2-9D3C-AD26E709CEA1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22AD8-8288-404A-9459-8A274170FCB1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DB23D6-372A-4D6F-88AE-B5725F2A5329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CE645-F1A4-4824-9539-C88415E5AF9F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2425E-FA51-4380-90D9-FC52469EBB7F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6B73D-B680-47CD-B2C3-E78687C23558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AEE0E-B558-46EB-9D93-461202666F38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0753F-683B-40AA-8AF9-C87935C56215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9783-A5DD-49F7-92FF-1871D119E57E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6C348-74BF-44B1-84CD-0D4D3D31186D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612BD-51E1-437C-A0D0-E2E887370D9A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593F7-F63D-4FAB-9C50-ED9929F6F703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41D91-F438-46DF-A32B-FB52C76F8BBD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5AB03-E250-4387-8B3C-9E42EECCE70C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2DF5D-E689-472C-BC94-5BE32A3F0629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46424-E59A-4C5D-B6D2-C0D70A2558E5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C46D926-8CAD-420B-9CAE-05AE90F77374}" type="datetime1">
              <a:rPr lang="en-US" smtClean="0"/>
              <a:t>3/10/2014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smtClean="0"/>
              <a:t>CS 1150 - Lab 2 - Exploring Number Systems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wijeratne.2@wright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knoesis.org/researchers/sanjaya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wijeratne.2@wright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CS 1150 </a:t>
            </a:r>
            <a:r>
              <a:rPr lang="en-US" sz="4000" dirty="0" smtClean="0"/>
              <a:t>– JavaScript Programming Lab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TA – Sanjaya Wijeratne</a:t>
            </a:r>
          </a:p>
          <a:p>
            <a:r>
              <a:rPr lang="en-US" dirty="0" smtClean="0"/>
              <a:t>E-mail – </a:t>
            </a:r>
            <a:r>
              <a:rPr lang="en-US" dirty="0" smtClean="0">
                <a:hlinkClick r:id="rId3"/>
              </a:rPr>
              <a:t>wijeratne.2@wright.edu</a:t>
            </a:r>
            <a:endParaRPr lang="en-US" dirty="0"/>
          </a:p>
          <a:p>
            <a:r>
              <a:rPr lang="en-US" dirty="0" smtClean="0"/>
              <a:t>Web Page - </a:t>
            </a:r>
            <a:r>
              <a:rPr lang="en-US" dirty="0">
                <a:hlinkClick r:id="rId4"/>
              </a:rPr>
              <a:t>http://knoesis.org/researchers/sanjaya/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9683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 Labs, Office Hours Laboratory </a:t>
            </a:r>
            <a:r>
              <a:rPr lang="en-US" dirty="0"/>
              <a:t>Polices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Lab Hours</a:t>
            </a:r>
          </a:p>
          <a:p>
            <a:pPr lvl="1"/>
            <a:r>
              <a:rPr lang="en-US" dirty="0" smtClean="0"/>
              <a:t> 2:30 PM </a:t>
            </a:r>
            <a:r>
              <a:rPr lang="en-US" dirty="0"/>
              <a:t>- 4:20 </a:t>
            </a:r>
            <a:r>
              <a:rPr lang="en-US" dirty="0" smtClean="0"/>
              <a:t>PM, </a:t>
            </a:r>
            <a:r>
              <a:rPr lang="en-US" dirty="0"/>
              <a:t>Monday </a:t>
            </a:r>
            <a:r>
              <a:rPr lang="en-US" dirty="0" smtClean="0"/>
              <a:t>at </a:t>
            </a:r>
            <a:r>
              <a:rPr lang="en-US" dirty="0"/>
              <a:t>Room 320 - </a:t>
            </a:r>
            <a:r>
              <a:rPr lang="en-US" dirty="0" err="1"/>
              <a:t>Oelman</a:t>
            </a:r>
            <a:r>
              <a:rPr lang="en-US" dirty="0"/>
              <a:t> </a:t>
            </a:r>
            <a:r>
              <a:rPr lang="en-US" dirty="0" smtClean="0"/>
              <a:t>Hall</a:t>
            </a:r>
          </a:p>
          <a:p>
            <a:r>
              <a:rPr lang="en-US" dirty="0" smtClean="0"/>
              <a:t>TA Office Hours</a:t>
            </a:r>
          </a:p>
          <a:p>
            <a:pPr lvl="1"/>
            <a:r>
              <a:rPr lang="en-US" dirty="0" smtClean="0"/>
              <a:t>4:45 PM </a:t>
            </a:r>
            <a:r>
              <a:rPr lang="en-US" dirty="0"/>
              <a:t>- </a:t>
            </a:r>
            <a:r>
              <a:rPr lang="en-US" dirty="0" smtClean="0"/>
              <a:t>5:45 PM, </a:t>
            </a:r>
            <a:r>
              <a:rPr lang="en-US" dirty="0"/>
              <a:t>Monday </a:t>
            </a:r>
            <a:r>
              <a:rPr lang="en-US" dirty="0" smtClean="0"/>
              <a:t>at </a:t>
            </a:r>
            <a:r>
              <a:rPr lang="en-US" dirty="0"/>
              <a:t>Room 316 - Russ Engineer </a:t>
            </a:r>
            <a:r>
              <a:rPr lang="en-US" dirty="0" smtClean="0"/>
              <a:t>Center</a:t>
            </a:r>
          </a:p>
          <a:p>
            <a:pPr lvl="1"/>
            <a:r>
              <a:rPr lang="en-US" dirty="0" smtClean="0"/>
              <a:t>By appointment – Please email to </a:t>
            </a:r>
            <a:r>
              <a:rPr lang="en-US" dirty="0">
                <a:hlinkClick r:id="rId2"/>
              </a:rPr>
              <a:t>wijeratne.2@wright.edu</a:t>
            </a:r>
            <a:endParaRPr lang="en-US" dirty="0"/>
          </a:p>
          <a:p>
            <a:r>
              <a:rPr lang="en-US" dirty="0" smtClean="0"/>
              <a:t>Refer </a:t>
            </a:r>
            <a:r>
              <a:rPr lang="en-US" dirty="0"/>
              <a:t>to CS 1150 </a:t>
            </a:r>
            <a:r>
              <a:rPr lang="en-US" dirty="0" smtClean="0"/>
              <a:t>Course Syllabus for Class and Laboratory Policies</a:t>
            </a:r>
          </a:p>
          <a:p>
            <a:pPr lvl="1"/>
            <a:r>
              <a:rPr lang="en-US" b="1" dirty="0" smtClean="0">
                <a:solidFill>
                  <a:srgbClr val="FF0000"/>
                </a:solidFill>
              </a:rPr>
              <a:t>Zero </a:t>
            </a:r>
            <a:r>
              <a:rPr lang="en-US" b="1" dirty="0">
                <a:solidFill>
                  <a:srgbClr val="FF0000"/>
                </a:solidFill>
              </a:rPr>
              <a:t>tolerance policy for </a:t>
            </a:r>
            <a:r>
              <a:rPr lang="en-US" b="1" dirty="0" smtClean="0">
                <a:solidFill>
                  <a:srgbClr val="FF0000"/>
                </a:solidFill>
              </a:rPr>
              <a:t>Academic Misconduct – All parties will get 0% marks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79910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JavaScript Programming Lab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18832"/>
            <a:ext cx="10147300" cy="3551768"/>
          </a:xfrm>
        </p:spPr>
        <p:txBody>
          <a:bodyPr>
            <a:normAutofit/>
          </a:bodyPr>
          <a:lstStyle/>
          <a:p>
            <a:r>
              <a:rPr lang="en-US" sz="3200" dirty="0" smtClean="0"/>
              <a:t>Learn </a:t>
            </a:r>
            <a:r>
              <a:rPr lang="en-US" sz="3200" dirty="0"/>
              <a:t>how to write </a:t>
            </a:r>
            <a:r>
              <a:rPr lang="en-US" sz="3200" dirty="0" smtClean="0"/>
              <a:t>Output Statements,  use Message Boxes and Variables </a:t>
            </a:r>
          </a:p>
          <a:p>
            <a:r>
              <a:rPr lang="en-US" sz="3200" dirty="0" smtClean="0"/>
              <a:t>Gain </a:t>
            </a:r>
            <a:r>
              <a:rPr lang="en-US" sz="3200" dirty="0"/>
              <a:t>an understanding of </a:t>
            </a:r>
            <a:r>
              <a:rPr lang="en-US" sz="3200" dirty="0" smtClean="0"/>
              <a:t>Conditional </a:t>
            </a:r>
            <a:r>
              <a:rPr lang="en-US" sz="3200" dirty="0" smtClean="0"/>
              <a:t>Statements and Loops </a:t>
            </a:r>
            <a:endParaRPr lang="en-US" sz="3200" dirty="0" smtClean="0"/>
          </a:p>
          <a:p>
            <a:r>
              <a:rPr lang="en-US" sz="3200" b="1" dirty="0" smtClean="0"/>
              <a:t>Complete </a:t>
            </a:r>
            <a:r>
              <a:rPr lang="en-US" sz="3200" b="1" dirty="0" smtClean="0"/>
              <a:t>Part 1, 2, 3, 4 and </a:t>
            </a:r>
            <a:r>
              <a:rPr lang="en-US" sz="3200" b="1" dirty="0" smtClean="0"/>
              <a:t>5 (Write All Programs and Answer All Questions)</a:t>
            </a:r>
          </a:p>
          <a:p>
            <a:r>
              <a:rPr lang="en-US" sz="3200" b="1" dirty="0" smtClean="0">
                <a:solidFill>
                  <a:srgbClr val="FF0000"/>
                </a:solidFill>
              </a:rPr>
              <a:t>Lab </a:t>
            </a:r>
            <a:r>
              <a:rPr lang="en-US" sz="3200" b="1" dirty="0" smtClean="0">
                <a:solidFill>
                  <a:srgbClr val="FF0000"/>
                </a:solidFill>
              </a:rPr>
              <a:t>Due </a:t>
            </a:r>
            <a:r>
              <a:rPr lang="en-US" sz="3200" b="1" dirty="0">
                <a:solidFill>
                  <a:srgbClr val="FF0000"/>
                </a:solidFill>
              </a:rPr>
              <a:t>Date - </a:t>
            </a:r>
            <a:r>
              <a:rPr lang="en-US" sz="3200" b="1" dirty="0" smtClean="0">
                <a:solidFill>
                  <a:srgbClr val="FF0000"/>
                </a:solidFill>
              </a:rPr>
              <a:t>Mar 24, </a:t>
            </a:r>
            <a:r>
              <a:rPr lang="en-US" sz="3200" b="1" dirty="0" smtClean="0">
                <a:solidFill>
                  <a:srgbClr val="FF0000"/>
                </a:solidFill>
              </a:rPr>
              <a:t>2013 </a:t>
            </a:r>
            <a:r>
              <a:rPr lang="en-US" sz="3200" b="1" dirty="0" smtClean="0">
                <a:solidFill>
                  <a:srgbClr val="FF0000"/>
                </a:solidFill>
              </a:rPr>
              <a:t>11:55 </a:t>
            </a:r>
            <a:r>
              <a:rPr lang="en-US" sz="3200" b="1" dirty="0">
                <a:solidFill>
                  <a:srgbClr val="FF0000"/>
                </a:solidFill>
              </a:rPr>
              <a:t>A</a:t>
            </a:r>
            <a:r>
              <a:rPr lang="en-US" sz="3200" b="1" dirty="0" smtClean="0">
                <a:solidFill>
                  <a:srgbClr val="FF0000"/>
                </a:solidFill>
              </a:rPr>
              <a:t>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5623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How to Submit </a:t>
            </a:r>
            <a:r>
              <a:rPr lang="en-US" dirty="0">
                <a:solidFill>
                  <a:srgbClr val="FF0000"/>
                </a:solidFill>
              </a:rPr>
              <a:t>JavaScript Programming Lab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867899" cy="3500968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rgbClr val="FF0000"/>
                </a:solidFill>
              </a:rPr>
              <a:t>Use Pilot Page for this Weeks’s Submission</a:t>
            </a:r>
          </a:p>
          <a:p>
            <a:pPr lvl="1"/>
            <a:r>
              <a:rPr lang="en-US" sz="2800" b="1" dirty="0" smtClean="0">
                <a:solidFill>
                  <a:srgbClr val="FF0000"/>
                </a:solidFill>
              </a:rPr>
              <a:t>Go to Pilot Course Page and Use Dropbox Submission Link to upload your files</a:t>
            </a:r>
          </a:p>
          <a:p>
            <a:pPr lvl="1"/>
            <a:r>
              <a:rPr lang="en-US" sz="2800" b="1" dirty="0">
                <a:solidFill>
                  <a:srgbClr val="FF0000"/>
                </a:solidFill>
              </a:rPr>
              <a:t>I should be able to run your programs. Please submit all your html files and </a:t>
            </a:r>
            <a:r>
              <a:rPr lang="en-US" sz="2800" b="1" dirty="0" smtClean="0">
                <a:solidFill>
                  <a:srgbClr val="FF0000"/>
                </a:solidFill>
              </a:rPr>
              <a:t>answers </a:t>
            </a:r>
            <a:r>
              <a:rPr lang="en-US" sz="2800" b="1" dirty="0">
                <a:solidFill>
                  <a:srgbClr val="FF0000"/>
                </a:solidFill>
              </a:rPr>
              <a:t>to </a:t>
            </a:r>
            <a:r>
              <a:rPr lang="en-US" sz="2800" b="1" dirty="0" smtClean="0">
                <a:solidFill>
                  <a:srgbClr val="FF0000"/>
                </a:solidFill>
              </a:rPr>
              <a:t>pilot</a:t>
            </a:r>
          </a:p>
          <a:p>
            <a:pPr lvl="1"/>
            <a:r>
              <a:rPr lang="en-US" sz="2800" b="1" dirty="0" smtClean="0">
                <a:solidFill>
                  <a:srgbClr val="FF0000"/>
                </a:solidFill>
              </a:rPr>
              <a:t>Use the checklist to make sure you </a:t>
            </a:r>
            <a:r>
              <a:rPr lang="en-US" sz="2800" b="1" dirty="0" smtClean="0">
                <a:solidFill>
                  <a:srgbClr val="FF0000"/>
                </a:solidFill>
              </a:rPr>
              <a:t>have submitted </a:t>
            </a:r>
            <a:r>
              <a:rPr lang="en-US" sz="2800" b="1" dirty="0" smtClean="0">
                <a:solidFill>
                  <a:srgbClr val="FF0000"/>
                </a:solidFill>
              </a:rPr>
              <a:t>all files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19163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JavaScript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64468"/>
          </a:xfrm>
        </p:spPr>
        <p:txBody>
          <a:bodyPr>
            <a:normAutofit/>
          </a:bodyPr>
          <a:lstStyle/>
          <a:p>
            <a:r>
              <a:rPr lang="en-US" sz="3000" dirty="0" smtClean="0"/>
              <a:t>Client-side Scripting Language</a:t>
            </a:r>
          </a:p>
          <a:p>
            <a:r>
              <a:rPr lang="en-US" sz="3000" dirty="0" smtClean="0"/>
              <a:t>Used to create Dynamic Web Pages</a:t>
            </a:r>
          </a:p>
          <a:p>
            <a:r>
              <a:rPr lang="en-US" sz="3000" dirty="0" smtClean="0"/>
              <a:t>Three ways to write JavaScript Code</a:t>
            </a:r>
          </a:p>
          <a:p>
            <a:pPr lvl="1"/>
            <a:r>
              <a:rPr lang="en-US" sz="2600" dirty="0" smtClean="0"/>
              <a:t>In HTML Header, within &lt;SCRIPT&gt;&lt;/SCRIPT&gt; Tags</a:t>
            </a:r>
          </a:p>
          <a:p>
            <a:pPr lvl="1"/>
            <a:r>
              <a:rPr lang="en-US" sz="2600" dirty="0" smtClean="0"/>
              <a:t>In HTML Body</a:t>
            </a:r>
            <a:r>
              <a:rPr lang="en-US" sz="2600" dirty="0"/>
              <a:t>, within &lt;SCRIPT&gt;&lt;/SCRIPT&gt; </a:t>
            </a:r>
            <a:r>
              <a:rPr lang="en-US" sz="2600" dirty="0" smtClean="0"/>
              <a:t>Tags</a:t>
            </a:r>
          </a:p>
          <a:p>
            <a:pPr lvl="1"/>
            <a:r>
              <a:rPr lang="en-US" sz="2600" dirty="0" smtClean="0"/>
              <a:t>In Separate .JS file, </a:t>
            </a:r>
            <a:r>
              <a:rPr lang="en-US" sz="2600" dirty="0"/>
              <a:t>within &lt;SCRIPT&gt;&lt;/SCRIPT&gt; </a:t>
            </a:r>
            <a:r>
              <a:rPr lang="en-US" sz="2600" dirty="0" smtClean="0"/>
              <a:t>Tags</a:t>
            </a:r>
            <a:endParaRPr lang="en-US" sz="26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122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Writing Your First JavaScript Code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917950" y="2556932"/>
            <a:ext cx="4356099" cy="341206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200" b="1" dirty="0" smtClean="0"/>
              <a:t> </a:t>
            </a:r>
            <a:r>
              <a:rPr lang="en-US" sz="3200" b="1" dirty="0"/>
              <a:t>&lt;html&gt; </a:t>
            </a:r>
          </a:p>
          <a:p>
            <a:pPr marL="0" indent="0">
              <a:buNone/>
            </a:pPr>
            <a:r>
              <a:rPr lang="en-US" sz="3200" b="1" dirty="0" smtClean="0"/>
              <a:t>	&lt;</a:t>
            </a:r>
            <a:r>
              <a:rPr lang="en-US" sz="3200" b="1" dirty="0"/>
              <a:t>head&gt; </a:t>
            </a:r>
            <a:endParaRPr lang="en-US" sz="3200" b="1" dirty="0" smtClean="0"/>
          </a:p>
          <a:p>
            <a:pPr marL="0" indent="0">
              <a:buNone/>
            </a:pPr>
            <a:r>
              <a:rPr lang="en-US" sz="3200" b="1" dirty="0" smtClean="0"/>
              <a:t>		&lt;</a:t>
            </a:r>
            <a:r>
              <a:rPr lang="en-US" sz="3200" b="1" dirty="0"/>
              <a:t>script type="text/javascript"&gt; </a:t>
            </a:r>
          </a:p>
          <a:p>
            <a:pPr marL="0" indent="0">
              <a:buNone/>
            </a:pPr>
            <a:r>
              <a:rPr lang="en-US" sz="3200" b="1" dirty="0" smtClean="0"/>
              <a:t>		document.write</a:t>
            </a:r>
            <a:r>
              <a:rPr lang="en-US" sz="3200" b="1" dirty="0"/>
              <a:t>("Hello World"); </a:t>
            </a:r>
          </a:p>
          <a:p>
            <a:pPr marL="0" indent="0">
              <a:buNone/>
            </a:pPr>
            <a:r>
              <a:rPr lang="en-US" sz="3200" b="1" dirty="0" smtClean="0"/>
              <a:t>		alert</a:t>
            </a:r>
            <a:r>
              <a:rPr lang="en-US" sz="3200" b="1" dirty="0"/>
              <a:t>("Hello World"); </a:t>
            </a:r>
          </a:p>
          <a:p>
            <a:pPr marL="0" indent="0">
              <a:buNone/>
            </a:pPr>
            <a:r>
              <a:rPr lang="en-US" sz="3200" b="1" dirty="0" smtClean="0"/>
              <a:t>		&lt;/</a:t>
            </a:r>
            <a:r>
              <a:rPr lang="en-US" sz="3200" b="1" dirty="0"/>
              <a:t>script&gt; </a:t>
            </a:r>
          </a:p>
          <a:p>
            <a:pPr marL="0" indent="0">
              <a:buNone/>
            </a:pPr>
            <a:r>
              <a:rPr lang="en-US" sz="3200" b="1" dirty="0" smtClean="0"/>
              <a:t>	&lt;/</a:t>
            </a:r>
            <a:r>
              <a:rPr lang="en-US" sz="3200" b="1" dirty="0"/>
              <a:t>head&gt; </a:t>
            </a:r>
          </a:p>
          <a:p>
            <a:pPr marL="0" indent="0">
              <a:buNone/>
            </a:pPr>
            <a:r>
              <a:rPr lang="en-US" sz="3200" b="1" dirty="0" smtClean="0"/>
              <a:t>	&lt;</a:t>
            </a:r>
            <a:r>
              <a:rPr lang="en-US" sz="3200" b="1" dirty="0"/>
              <a:t>body&gt; </a:t>
            </a:r>
          </a:p>
          <a:p>
            <a:pPr marL="0" indent="0">
              <a:buNone/>
            </a:pPr>
            <a:r>
              <a:rPr lang="en-US" sz="3200" b="1" dirty="0" smtClean="0"/>
              <a:t>	&lt;/</a:t>
            </a:r>
            <a:r>
              <a:rPr lang="en-US" sz="3200" b="1" dirty="0"/>
              <a:t>body&gt; </a:t>
            </a:r>
          </a:p>
          <a:p>
            <a:pPr marL="0" indent="0">
              <a:buNone/>
            </a:pPr>
            <a:r>
              <a:rPr lang="en-US" sz="3200" b="1" dirty="0"/>
              <a:t>&lt;/html&gt; </a:t>
            </a:r>
            <a:endParaRPr lang="en-US" sz="3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231901" y="2437156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HTML Code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78619" y="2806488"/>
            <a:ext cx="219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HTML Header Code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032001" y="3581611"/>
            <a:ext cx="2190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SCRIPT Tags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>
            <a:off x="3385116" y="3004899"/>
            <a:ext cx="102393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2705100" y="2672622"/>
            <a:ext cx="13208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714501" y="4703379"/>
            <a:ext cx="135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HTML Body</a:t>
            </a:r>
            <a:endParaRPr lang="en-US" dirty="0"/>
          </a:p>
        </p:txBody>
      </p:sp>
      <p:cxnSp>
        <p:nvCxnSpPr>
          <p:cNvPr id="23" name="Straight Arrow Connector 22"/>
          <p:cNvCxnSpPr/>
          <p:nvPr/>
        </p:nvCxnSpPr>
        <p:spPr>
          <a:xfrm>
            <a:off x="3088253" y="4888045"/>
            <a:ext cx="13208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flipV="1">
            <a:off x="3784600" y="3276602"/>
            <a:ext cx="1143000" cy="469898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3784600" y="3848100"/>
            <a:ext cx="1143000" cy="34290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640976" y="3411036"/>
            <a:ext cx="347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Writes in to HTML File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640976" y="3746500"/>
            <a:ext cx="347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Writes in to a Message Box</a:t>
            </a:r>
            <a:endParaRPr lang="en-US" dirty="0"/>
          </a:p>
        </p:txBody>
      </p:sp>
      <p:cxnSp>
        <p:nvCxnSpPr>
          <p:cNvPr id="34" name="Straight Arrow Connector 33"/>
          <p:cNvCxnSpPr/>
          <p:nvPr/>
        </p:nvCxnSpPr>
        <p:spPr>
          <a:xfrm flipH="1">
            <a:off x="7568972" y="3597304"/>
            <a:ext cx="705077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H="1">
            <a:off x="6743700" y="3950943"/>
            <a:ext cx="1384300" cy="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913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Helper HTML Code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7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706968"/>
          </a:xfrm>
        </p:spPr>
        <p:txBody>
          <a:bodyPr>
            <a:normAutofit/>
          </a:bodyPr>
          <a:lstStyle/>
          <a:p>
            <a:r>
              <a:rPr lang="en-US" sz="3000" dirty="0" smtClean="0"/>
              <a:t>Use a new copy of this </a:t>
            </a:r>
            <a:r>
              <a:rPr lang="en-US" sz="3000" dirty="0" smtClean="0"/>
              <a:t>whenever you need it</a:t>
            </a:r>
            <a:endParaRPr lang="en-US" sz="3000" dirty="0" smtClean="0"/>
          </a:p>
        </p:txBody>
      </p:sp>
      <p:sp>
        <p:nvSpPr>
          <p:cNvPr id="3" name="TextBox 2"/>
          <p:cNvSpPr txBox="1"/>
          <p:nvPr/>
        </p:nvSpPr>
        <p:spPr>
          <a:xfrm>
            <a:off x="3926109" y="3067353"/>
            <a:ext cx="4953000" cy="3139321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&lt;html&gt;</a:t>
            </a:r>
          </a:p>
          <a:p>
            <a:r>
              <a:rPr lang="en-US" b="1" dirty="0"/>
              <a:t>&lt;head&gt;</a:t>
            </a:r>
          </a:p>
          <a:p>
            <a:r>
              <a:rPr lang="en-US" b="1" dirty="0" smtClean="0"/>
              <a:t>	&lt;</a:t>
            </a:r>
            <a:r>
              <a:rPr lang="en-US" b="1" dirty="0"/>
              <a:t>script language="</a:t>
            </a:r>
            <a:r>
              <a:rPr lang="en-US" b="1" dirty="0" err="1"/>
              <a:t>javaScript</a:t>
            </a:r>
            <a:r>
              <a:rPr lang="en-US" b="1" dirty="0"/>
              <a:t>"&gt;</a:t>
            </a:r>
          </a:p>
          <a:p>
            <a:r>
              <a:rPr lang="en-US" b="1" dirty="0"/>
              <a:t> </a:t>
            </a:r>
          </a:p>
          <a:p>
            <a:r>
              <a:rPr lang="en-US" b="1" dirty="0" smtClean="0"/>
              <a:t>	&lt;!-- write JavaScript code here --&gt;</a:t>
            </a:r>
            <a:endParaRPr lang="en-US" b="1" dirty="0"/>
          </a:p>
          <a:p>
            <a:r>
              <a:rPr lang="en-US" b="1" dirty="0"/>
              <a:t> </a:t>
            </a:r>
          </a:p>
          <a:p>
            <a:r>
              <a:rPr lang="en-US" b="1" dirty="0" smtClean="0"/>
              <a:t>	&lt;/</a:t>
            </a:r>
            <a:r>
              <a:rPr lang="en-US" b="1" dirty="0"/>
              <a:t>script&gt;</a:t>
            </a:r>
          </a:p>
          <a:p>
            <a:r>
              <a:rPr lang="en-US" b="1" dirty="0"/>
              <a:t>&lt;/head&gt;</a:t>
            </a:r>
          </a:p>
          <a:p>
            <a:r>
              <a:rPr lang="en-US" b="1" dirty="0"/>
              <a:t>&lt;body&gt;</a:t>
            </a:r>
          </a:p>
          <a:p>
            <a:r>
              <a:rPr lang="en-US" b="1" dirty="0"/>
              <a:t>&lt;/body&gt;</a:t>
            </a:r>
          </a:p>
          <a:p>
            <a:r>
              <a:rPr lang="en-US" b="1" dirty="0"/>
              <a:t>&lt;/html&gt;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65378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2 </a:t>
            </a:r>
            <a:r>
              <a:rPr lang="en-US" dirty="0"/>
              <a:t>Help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 smtClean="0"/>
              <a:t>Input you read through prompt boxes are Strings</a:t>
            </a:r>
          </a:p>
          <a:p>
            <a:r>
              <a:rPr lang="en-US" sz="3000" dirty="0" smtClean="0"/>
              <a:t>To perform arithmetic operations on numbers you read through prompt boxes, you need to first convert them to proper data types.</a:t>
            </a:r>
          </a:p>
          <a:p>
            <a:r>
              <a:rPr lang="en-US" sz="3000" b="1" dirty="0" err="1" smtClean="0"/>
              <a:t>var</a:t>
            </a:r>
            <a:r>
              <a:rPr lang="en-US" sz="3000" b="1" dirty="0" smtClean="0"/>
              <a:t> x = 1 </a:t>
            </a:r>
            <a:r>
              <a:rPr lang="en-US" sz="3000" dirty="0" smtClean="0"/>
              <a:t>– Define variable x and sets its value to 1</a:t>
            </a:r>
          </a:p>
          <a:p>
            <a:r>
              <a:rPr lang="en-US" sz="3000" b="1" dirty="0"/>
              <a:t>x = </a:t>
            </a:r>
            <a:r>
              <a:rPr lang="en-US" sz="3000" b="1" dirty="0" err="1"/>
              <a:t>parseInt</a:t>
            </a:r>
            <a:r>
              <a:rPr lang="en-US" sz="3000" b="1" dirty="0"/>
              <a:t>(x</a:t>
            </a:r>
            <a:r>
              <a:rPr lang="en-US" sz="3000" b="1" dirty="0" smtClean="0"/>
              <a:t>) </a:t>
            </a:r>
            <a:r>
              <a:rPr lang="en-US" sz="3000" dirty="0" smtClean="0"/>
              <a:t>– Converts the value stored in variable x to an Integer and stores it in variable x.</a:t>
            </a:r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469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3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93663" y="2568813"/>
            <a:ext cx="5404757" cy="332398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&lt;html&gt;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 smtClean="0"/>
              <a:t>	&lt;</a:t>
            </a:r>
            <a:r>
              <a:rPr lang="en-US" sz="1400" dirty="0"/>
              <a:t>script language="</a:t>
            </a:r>
            <a:r>
              <a:rPr lang="en-US" sz="1400" dirty="0" err="1"/>
              <a:t>javaScript</a:t>
            </a:r>
            <a:r>
              <a:rPr lang="en-US" sz="1400" dirty="0" smtClean="0"/>
              <a:t>"&gt;</a:t>
            </a:r>
            <a:endParaRPr lang="en-US" sz="1400" dirty="0"/>
          </a:p>
          <a:p>
            <a:r>
              <a:rPr lang="en-US" sz="1400" dirty="0" smtClean="0"/>
              <a:t>	</a:t>
            </a:r>
            <a:r>
              <a:rPr lang="en-US" sz="1400" dirty="0"/>
              <a:t>	</a:t>
            </a:r>
            <a:r>
              <a:rPr lang="en-US" sz="1400" dirty="0" err="1" smtClean="0"/>
              <a:t>var</a:t>
            </a:r>
            <a:r>
              <a:rPr lang="en-US" sz="1400" dirty="0" smtClean="0"/>
              <a:t> x = 1;</a:t>
            </a:r>
          </a:p>
          <a:p>
            <a:r>
              <a:rPr lang="en-US" sz="1400" dirty="0" smtClean="0"/>
              <a:t>		if (x== 1) </a:t>
            </a:r>
            <a:r>
              <a:rPr lang="en-US" sz="1400" dirty="0"/>
              <a:t>{</a:t>
            </a:r>
          </a:p>
          <a:p>
            <a:pPr lvl="2"/>
            <a:r>
              <a:rPr lang="en-US" sz="1400" dirty="0" smtClean="0"/>
              <a:t>	</a:t>
            </a:r>
            <a:r>
              <a:rPr lang="en-US" sz="1400" dirty="0"/>
              <a:t>document.write</a:t>
            </a:r>
            <a:r>
              <a:rPr lang="en-US" sz="1400" dirty="0" smtClean="0"/>
              <a:t>(</a:t>
            </a:r>
            <a:r>
              <a:rPr lang="en-US" sz="1400" dirty="0"/>
              <a:t>"</a:t>
            </a:r>
            <a:r>
              <a:rPr lang="en-US" sz="1400" dirty="0" smtClean="0"/>
              <a:t>x is </a:t>
            </a:r>
            <a:r>
              <a:rPr lang="en-US" sz="1400" dirty="0"/>
              <a:t>"</a:t>
            </a:r>
            <a:r>
              <a:rPr lang="en-US" sz="1400" dirty="0" smtClean="0"/>
              <a:t> + x);</a:t>
            </a:r>
            <a:endParaRPr lang="en-US" sz="1400" dirty="0"/>
          </a:p>
          <a:p>
            <a:pPr lvl="2"/>
            <a:r>
              <a:rPr lang="en-US" sz="1400" dirty="0"/>
              <a:t>}</a:t>
            </a:r>
          </a:p>
          <a:p>
            <a:pPr lvl="2"/>
            <a:r>
              <a:rPr lang="en-US" sz="1400" dirty="0"/>
              <a:t>else {</a:t>
            </a:r>
          </a:p>
          <a:p>
            <a:pPr lvl="2"/>
            <a:r>
              <a:rPr lang="en-US" sz="1400" dirty="0" smtClean="0"/>
              <a:t>	</a:t>
            </a:r>
            <a:r>
              <a:rPr lang="en-US" sz="1400" dirty="0"/>
              <a:t>document.write</a:t>
            </a:r>
            <a:r>
              <a:rPr lang="en-US" sz="1400" dirty="0" smtClean="0"/>
              <a:t>(</a:t>
            </a:r>
            <a:r>
              <a:rPr lang="en-US" sz="1400" dirty="0"/>
              <a:t>"</a:t>
            </a:r>
            <a:r>
              <a:rPr lang="en-US" sz="1400" dirty="0" smtClean="0"/>
              <a:t>x is not 1</a:t>
            </a:r>
            <a:r>
              <a:rPr lang="en-US" sz="1400" dirty="0"/>
              <a:t>"</a:t>
            </a:r>
            <a:r>
              <a:rPr lang="en-US" sz="1400" dirty="0" smtClean="0"/>
              <a:t>);</a:t>
            </a:r>
            <a:endParaRPr lang="en-US" sz="1400" dirty="0"/>
          </a:p>
          <a:p>
            <a:pPr lvl="2"/>
            <a:r>
              <a:rPr lang="en-US" sz="1400" dirty="0" smtClean="0"/>
              <a:t>}</a:t>
            </a:r>
          </a:p>
          <a:p>
            <a:r>
              <a:rPr lang="en-US" sz="1400" dirty="0"/>
              <a:t>	</a:t>
            </a:r>
            <a:r>
              <a:rPr lang="en-US" sz="1400" dirty="0" smtClean="0"/>
              <a:t>&lt;/</a:t>
            </a:r>
            <a:r>
              <a:rPr lang="en-US" sz="1400" dirty="0"/>
              <a:t>script&gt;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4109362" cy="3318936"/>
          </a:xfrm>
        </p:spPr>
        <p:txBody>
          <a:bodyPr>
            <a:normAutofit lnSpcReduction="10000"/>
          </a:bodyPr>
          <a:lstStyle/>
          <a:p>
            <a:r>
              <a:rPr lang="en-US" sz="3000" dirty="0" smtClean="0"/>
              <a:t>Simple conditional (</a:t>
            </a:r>
            <a:r>
              <a:rPr lang="en-US" sz="3000" dirty="0"/>
              <a:t>i</a:t>
            </a:r>
            <a:r>
              <a:rPr lang="en-US" sz="3000" dirty="0" smtClean="0"/>
              <a:t>f-else) statement written in JavaScript</a:t>
            </a:r>
          </a:p>
          <a:p>
            <a:r>
              <a:rPr lang="en-US" sz="3000" dirty="0" smtClean="0"/>
              <a:t>Run this to see how a </a:t>
            </a:r>
            <a:r>
              <a:rPr lang="en-US" sz="3000" dirty="0"/>
              <a:t>conditional (if-else) statement </a:t>
            </a:r>
            <a:r>
              <a:rPr lang="en-US" sz="3000" dirty="0" smtClean="0"/>
              <a:t>works in JavaScript</a:t>
            </a:r>
          </a:p>
          <a:p>
            <a:endParaRPr lang="en-US" sz="3000" dirty="0" smtClean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7247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4 </a:t>
            </a:r>
            <a:r>
              <a:rPr lang="en-US" dirty="0" smtClean="0"/>
              <a:t>– Speed Conversion Program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You need to use if-else statements.</a:t>
            </a:r>
            <a:endParaRPr lang="en-US" sz="2600" dirty="0"/>
          </a:p>
          <a:p>
            <a:r>
              <a:rPr lang="en-US" sz="2600" dirty="0" smtClean="0"/>
              <a:t>Based on the input you receive from the user (‘M’ or ‘K’), decide which formula to execute to calculate the new speed.</a:t>
            </a:r>
          </a:p>
          <a:p>
            <a:r>
              <a:rPr lang="en-US" sz="2800" dirty="0"/>
              <a:t>You need minimum of three variables</a:t>
            </a:r>
          </a:p>
          <a:p>
            <a:r>
              <a:rPr lang="en-US" sz="2800" dirty="0"/>
              <a:t>Look at the screenshots given </a:t>
            </a:r>
            <a:r>
              <a:rPr lang="en-US" sz="2800" dirty="0" smtClean="0"/>
              <a:t>to </a:t>
            </a:r>
            <a:r>
              <a:rPr lang="en-US" sz="2800" dirty="0"/>
              <a:t>have an idea about the inputs and the output</a:t>
            </a:r>
            <a:endParaRPr lang="en-US" sz="2600" dirty="0" smtClean="0"/>
          </a:p>
          <a:p>
            <a:endParaRPr lang="en-US" sz="300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0448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4 </a:t>
            </a:r>
            <a:r>
              <a:rPr lang="en-US" dirty="0" smtClean="0"/>
              <a:t>– Rock Paper Scissors Game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You need to use nested if-else statements.</a:t>
            </a:r>
            <a:endParaRPr lang="en-US" sz="2600" dirty="0"/>
          </a:p>
          <a:p>
            <a:r>
              <a:rPr lang="en-US" sz="2800" dirty="0" smtClean="0"/>
              <a:t>Look </a:t>
            </a:r>
            <a:r>
              <a:rPr lang="en-US" sz="2800" dirty="0"/>
              <a:t>at the screenshots given </a:t>
            </a:r>
            <a:r>
              <a:rPr lang="en-US" sz="2800" dirty="0" smtClean="0"/>
              <a:t>to </a:t>
            </a:r>
            <a:r>
              <a:rPr lang="en-US" sz="2800" dirty="0"/>
              <a:t>have an idea about the inputs and the </a:t>
            </a:r>
            <a:r>
              <a:rPr lang="en-US" sz="2800" dirty="0" smtClean="0"/>
              <a:t>output</a:t>
            </a:r>
          </a:p>
          <a:p>
            <a:r>
              <a:rPr lang="en-US" sz="2800" dirty="0" smtClean="0"/>
              <a:t>Think what are the inputs you want to store in variables</a:t>
            </a:r>
          </a:p>
          <a:p>
            <a:r>
              <a:rPr lang="en-US" sz="2800" dirty="0" smtClean="0"/>
              <a:t>Think about all possible outcomes that you may run into when playing this game (Draw, Player 1 Wins, Player 2 Wins)</a:t>
            </a:r>
          </a:p>
          <a:p>
            <a:pPr marL="0" indent="0">
              <a:buNone/>
            </a:pPr>
            <a:endParaRPr lang="en-US" sz="3000" dirty="0" smtClean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4904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 4 </a:t>
            </a:r>
            <a:r>
              <a:rPr lang="en-US" dirty="0" smtClean="0"/>
              <a:t>– Rock Paper Scissors Game Cont.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game has three outcomes. They are;</a:t>
            </a:r>
          </a:p>
          <a:p>
            <a:pPr lvl="1"/>
            <a:r>
              <a:rPr lang="en-US" sz="2200" dirty="0"/>
              <a:t>Game ends in a draw (if both players input the same letter)</a:t>
            </a:r>
          </a:p>
          <a:p>
            <a:pPr lvl="1"/>
            <a:r>
              <a:rPr lang="en-US" sz="2200" dirty="0"/>
              <a:t>Player 1 can win (There are 3 ways player one can win – Check what are they)</a:t>
            </a:r>
          </a:p>
          <a:p>
            <a:pPr lvl="1"/>
            <a:r>
              <a:rPr lang="en-US" sz="2200" dirty="0"/>
              <a:t>Player 2 can win (If the game is not a tie (draw) nor won by Player 1, Player 2 wins)</a:t>
            </a:r>
          </a:p>
          <a:p>
            <a:r>
              <a:rPr lang="en-US" sz="2600" dirty="0"/>
              <a:t>Try to implement this logic using nested if-else </a:t>
            </a:r>
            <a:r>
              <a:rPr lang="en-US" sz="2600" dirty="0" smtClean="0"/>
              <a:t>statements</a:t>
            </a:r>
            <a:endParaRPr lang="en-US" sz="2600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855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5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93663" y="2568813"/>
            <a:ext cx="5404757" cy="3477875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&lt;html&gt;</a:t>
            </a:r>
          </a:p>
          <a:p>
            <a:r>
              <a:rPr lang="en-US" sz="2000" dirty="0"/>
              <a:t>&lt;head&gt;</a:t>
            </a:r>
          </a:p>
          <a:p>
            <a:r>
              <a:rPr lang="en-US" sz="2000" dirty="0" smtClean="0"/>
              <a:t>	&lt;</a:t>
            </a:r>
            <a:r>
              <a:rPr lang="en-US" sz="2000" dirty="0"/>
              <a:t>script language="</a:t>
            </a:r>
            <a:r>
              <a:rPr lang="en-US" sz="2000" dirty="0" err="1"/>
              <a:t>javaScript</a:t>
            </a:r>
            <a:r>
              <a:rPr lang="en-US" sz="2000" dirty="0" smtClean="0"/>
              <a:t>"&gt;</a:t>
            </a:r>
            <a:endParaRPr lang="en-US" sz="2000" dirty="0"/>
          </a:p>
          <a:p>
            <a:r>
              <a:rPr lang="en-US" sz="2000" dirty="0" smtClean="0"/>
              <a:t>	</a:t>
            </a:r>
            <a:r>
              <a:rPr lang="en-US" sz="2000" dirty="0"/>
              <a:t>	for (</a:t>
            </a:r>
            <a:r>
              <a:rPr lang="en-US" sz="2000" dirty="0" err="1"/>
              <a:t>var</a:t>
            </a:r>
            <a:r>
              <a:rPr lang="en-US" sz="2000" dirty="0"/>
              <a:t> </a:t>
            </a:r>
            <a:r>
              <a:rPr lang="en-US" sz="2000" dirty="0" err="1" smtClean="0"/>
              <a:t>i</a:t>
            </a:r>
            <a:r>
              <a:rPr lang="en-US" sz="2000" dirty="0" smtClean="0"/>
              <a:t>=0; </a:t>
            </a:r>
            <a:r>
              <a:rPr lang="en-US" sz="2000" dirty="0" err="1" smtClean="0"/>
              <a:t>i</a:t>
            </a:r>
            <a:r>
              <a:rPr lang="en-US" sz="2000" dirty="0" smtClean="0"/>
              <a:t>&lt;2; </a:t>
            </a:r>
            <a:r>
              <a:rPr lang="en-US" sz="2000" dirty="0" err="1" smtClean="0"/>
              <a:t>i</a:t>
            </a:r>
            <a:r>
              <a:rPr lang="en-US" sz="2000" dirty="0" smtClean="0"/>
              <a:t>++) </a:t>
            </a:r>
            <a:r>
              <a:rPr lang="en-US" sz="2000" dirty="0"/>
              <a:t>{ </a:t>
            </a:r>
            <a:endParaRPr lang="en-US" sz="2000" dirty="0" smtClean="0"/>
          </a:p>
          <a:p>
            <a:r>
              <a:rPr lang="en-US" sz="2000" dirty="0"/>
              <a:t>	</a:t>
            </a:r>
            <a:r>
              <a:rPr lang="en-US" sz="2000" dirty="0" smtClean="0"/>
              <a:t>		alert(</a:t>
            </a:r>
            <a:r>
              <a:rPr lang="en-US" sz="2000" dirty="0"/>
              <a:t>"</a:t>
            </a:r>
            <a:r>
              <a:rPr lang="en-US" sz="2000" dirty="0" smtClean="0"/>
              <a:t>Hello </a:t>
            </a:r>
            <a:r>
              <a:rPr lang="en-US" sz="2000" dirty="0"/>
              <a:t>"</a:t>
            </a:r>
            <a:r>
              <a:rPr lang="en-US" sz="2000" dirty="0" smtClean="0"/>
              <a:t> + </a:t>
            </a:r>
            <a:r>
              <a:rPr lang="en-US" sz="2000" dirty="0" err="1" smtClean="0"/>
              <a:t>i</a:t>
            </a:r>
            <a:r>
              <a:rPr lang="en-US" sz="2000" dirty="0" smtClean="0"/>
              <a:t>);</a:t>
            </a:r>
          </a:p>
          <a:p>
            <a:r>
              <a:rPr lang="en-US" sz="2000" dirty="0"/>
              <a:t>	</a:t>
            </a:r>
            <a:r>
              <a:rPr lang="en-US" sz="2000" dirty="0" smtClean="0"/>
              <a:t>	}</a:t>
            </a:r>
          </a:p>
          <a:p>
            <a:r>
              <a:rPr lang="en-US" sz="2000" dirty="0" smtClean="0"/>
              <a:t>	&lt;/</a:t>
            </a:r>
            <a:r>
              <a:rPr lang="en-US" sz="2000" dirty="0"/>
              <a:t>script&gt;</a:t>
            </a:r>
          </a:p>
          <a:p>
            <a:r>
              <a:rPr lang="en-US" sz="2000" dirty="0"/>
              <a:t>&lt;/head&gt;</a:t>
            </a:r>
          </a:p>
          <a:p>
            <a:r>
              <a:rPr lang="en-US" sz="2000" dirty="0"/>
              <a:t>&lt;body&gt;</a:t>
            </a:r>
          </a:p>
          <a:p>
            <a:r>
              <a:rPr lang="en-US" sz="2000" dirty="0"/>
              <a:t>&lt;/body&gt;</a:t>
            </a:r>
          </a:p>
          <a:p>
            <a:r>
              <a:rPr lang="en-US" sz="2000" dirty="0"/>
              <a:t>&lt;/html&gt;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4109362" cy="3318936"/>
          </a:xfrm>
        </p:spPr>
        <p:txBody>
          <a:bodyPr>
            <a:normAutofit/>
          </a:bodyPr>
          <a:lstStyle/>
          <a:p>
            <a:r>
              <a:rPr lang="en-US" sz="3000" dirty="0" smtClean="0"/>
              <a:t>Simple for loop written in JavaScript</a:t>
            </a:r>
          </a:p>
          <a:p>
            <a:r>
              <a:rPr lang="en-US" sz="3000" dirty="0" smtClean="0"/>
              <a:t>Run this to see how a for loop works in JavaScript</a:t>
            </a:r>
          </a:p>
          <a:p>
            <a:endParaRPr lang="en-US" sz="3000" dirty="0" smtClean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0635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5 Help Cont.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493663" y="2568813"/>
            <a:ext cx="5404757" cy="3323987"/>
          </a:xfrm>
          <a:prstGeom prst="rect">
            <a:avLst/>
          </a:prstGeom>
          <a:noFill/>
          <a:ln w="127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&lt;html&gt;</a:t>
            </a:r>
          </a:p>
          <a:p>
            <a:r>
              <a:rPr lang="en-US" sz="1400" dirty="0"/>
              <a:t>&lt;head&gt;</a:t>
            </a:r>
          </a:p>
          <a:p>
            <a:r>
              <a:rPr lang="en-US" sz="1400" dirty="0" smtClean="0"/>
              <a:t>	&lt;</a:t>
            </a:r>
            <a:r>
              <a:rPr lang="en-US" sz="1400" dirty="0"/>
              <a:t>script language="</a:t>
            </a:r>
            <a:r>
              <a:rPr lang="en-US" sz="1400" dirty="0" err="1"/>
              <a:t>javaScript</a:t>
            </a:r>
            <a:r>
              <a:rPr lang="en-US" sz="1400" dirty="0" smtClean="0"/>
              <a:t>"&gt;</a:t>
            </a:r>
            <a:endParaRPr lang="en-US" sz="1400" dirty="0"/>
          </a:p>
          <a:p>
            <a:r>
              <a:rPr lang="en-US" sz="1400" dirty="0" smtClean="0"/>
              <a:t>		</a:t>
            </a:r>
            <a:r>
              <a:rPr lang="en-US" sz="1400" dirty="0" err="1" smtClean="0"/>
              <a:t>var</a:t>
            </a:r>
            <a:r>
              <a:rPr lang="en-US" sz="1400" dirty="0" smtClean="0"/>
              <a:t> </a:t>
            </a:r>
            <a:r>
              <a:rPr lang="en-US" sz="1400" dirty="0"/>
              <a:t>counter = 0;</a:t>
            </a:r>
          </a:p>
          <a:p>
            <a:r>
              <a:rPr lang="en-US" sz="1400" dirty="0" smtClean="0"/>
              <a:t>		document.write</a:t>
            </a:r>
            <a:r>
              <a:rPr lang="en-US" sz="1400" dirty="0"/>
              <a:t>("Starting Loop" + "&lt;</a:t>
            </a:r>
            <a:r>
              <a:rPr lang="en-US" sz="1400" dirty="0" err="1"/>
              <a:t>br</a:t>
            </a:r>
            <a:r>
              <a:rPr lang="en-US" sz="1400" dirty="0"/>
              <a:t> /&gt;");</a:t>
            </a:r>
          </a:p>
          <a:p>
            <a:r>
              <a:rPr lang="en-US" sz="1400" dirty="0" smtClean="0"/>
              <a:t>		while </a:t>
            </a:r>
            <a:r>
              <a:rPr lang="en-US" sz="1400" dirty="0"/>
              <a:t>(counter &lt; 5</a:t>
            </a:r>
            <a:r>
              <a:rPr lang="en-US" sz="1400" dirty="0" smtClean="0"/>
              <a:t>) {</a:t>
            </a:r>
            <a:endParaRPr lang="en-US" sz="1400" dirty="0"/>
          </a:p>
          <a:p>
            <a:r>
              <a:rPr lang="en-US" sz="1400" dirty="0"/>
              <a:t> </a:t>
            </a:r>
            <a:r>
              <a:rPr lang="en-US" sz="1400" dirty="0" smtClean="0"/>
              <a:t>		 </a:t>
            </a:r>
            <a:r>
              <a:rPr lang="en-US" sz="1400" dirty="0"/>
              <a:t>document.write("Current Count : " + counter + "&lt;</a:t>
            </a:r>
            <a:r>
              <a:rPr lang="en-US" sz="1400" dirty="0" err="1"/>
              <a:t>br</a:t>
            </a:r>
            <a:r>
              <a:rPr lang="en-US" sz="1400" dirty="0"/>
              <a:t> /&gt;");</a:t>
            </a:r>
          </a:p>
          <a:p>
            <a:r>
              <a:rPr lang="en-US" sz="1400" dirty="0"/>
              <a:t>  </a:t>
            </a:r>
            <a:r>
              <a:rPr lang="en-US" sz="1400" dirty="0" smtClean="0"/>
              <a:t>		 counter</a:t>
            </a:r>
            <a:r>
              <a:rPr lang="en-US" sz="1400" dirty="0"/>
              <a:t>++;</a:t>
            </a:r>
          </a:p>
          <a:p>
            <a:r>
              <a:rPr lang="en-US" sz="1400" dirty="0" smtClean="0"/>
              <a:t>		}</a:t>
            </a:r>
            <a:endParaRPr lang="en-US" sz="1400" dirty="0"/>
          </a:p>
          <a:p>
            <a:r>
              <a:rPr lang="en-US" sz="1400" dirty="0" smtClean="0"/>
              <a:t>	document.write</a:t>
            </a:r>
            <a:r>
              <a:rPr lang="en-US" sz="1400" dirty="0"/>
              <a:t>("Loop stopped");</a:t>
            </a:r>
          </a:p>
          <a:p>
            <a:r>
              <a:rPr lang="en-US" sz="1400" dirty="0" smtClean="0"/>
              <a:t>	&lt;/</a:t>
            </a:r>
            <a:r>
              <a:rPr lang="en-US" sz="1400" dirty="0"/>
              <a:t>script&gt;</a:t>
            </a:r>
          </a:p>
          <a:p>
            <a:r>
              <a:rPr lang="en-US" sz="1400" dirty="0"/>
              <a:t>&lt;/head&gt;</a:t>
            </a:r>
          </a:p>
          <a:p>
            <a:r>
              <a:rPr lang="en-US" sz="1400" dirty="0"/>
              <a:t>&lt;body&gt;</a:t>
            </a:r>
          </a:p>
          <a:p>
            <a:r>
              <a:rPr lang="en-US" sz="1400" dirty="0"/>
              <a:t>&lt;/body&gt;</a:t>
            </a:r>
          </a:p>
          <a:p>
            <a:r>
              <a:rPr lang="en-US" sz="1400" dirty="0"/>
              <a:t>&lt;/html&gt;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1" y="2556932"/>
            <a:ext cx="4109362" cy="3318936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 smtClean="0"/>
              <a:t>Copy the code shown</a:t>
            </a:r>
          </a:p>
          <a:p>
            <a:r>
              <a:rPr lang="en-US" sz="3000" dirty="0"/>
              <a:t>Identify </a:t>
            </a:r>
            <a:r>
              <a:rPr lang="en-US" sz="3000" dirty="0" smtClean="0"/>
              <a:t>what is;</a:t>
            </a:r>
          </a:p>
          <a:p>
            <a:pPr lvl="1"/>
            <a:r>
              <a:rPr lang="en-US" sz="2600" dirty="0" smtClean="0"/>
              <a:t>Loop initialization step</a:t>
            </a:r>
          </a:p>
          <a:p>
            <a:pPr lvl="1"/>
            <a:r>
              <a:rPr lang="en-US" sz="2600" dirty="0" smtClean="0"/>
              <a:t>Looping condition (test)</a:t>
            </a:r>
          </a:p>
          <a:p>
            <a:pPr lvl="1"/>
            <a:r>
              <a:rPr lang="en-US" sz="2600" dirty="0" smtClean="0"/>
              <a:t>Loop update statement</a:t>
            </a:r>
          </a:p>
          <a:p>
            <a:r>
              <a:rPr lang="en-US" sz="3000" dirty="0" smtClean="0"/>
              <a:t>Now replace the while loop with a for loop</a:t>
            </a:r>
          </a:p>
          <a:p>
            <a:endParaRPr lang="en-US" sz="3000" dirty="0" smtClean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0033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</a:t>
            </a:r>
            <a:r>
              <a:rPr lang="en-US" dirty="0" smtClean="0"/>
              <a:t>5 </a:t>
            </a:r>
            <a:r>
              <a:rPr lang="en-US" dirty="0" smtClean="0"/>
              <a:t>– Rock Paper Scissors Tournament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  <p:sp>
        <p:nvSpPr>
          <p:cNvPr id="9" name="Content Placeholder 5"/>
          <p:cNvSpPr>
            <a:spLocks noGrp="1"/>
          </p:cNvSpPr>
          <p:nvPr>
            <p:ph idx="1"/>
          </p:nvPr>
        </p:nvSpPr>
        <p:spPr>
          <a:xfrm>
            <a:off x="1295400" y="2556932"/>
            <a:ext cx="9601197" cy="3318936"/>
          </a:xfrm>
        </p:spPr>
        <p:txBody>
          <a:bodyPr>
            <a:normAutofit/>
          </a:bodyPr>
          <a:lstStyle/>
          <a:p>
            <a:r>
              <a:rPr lang="en-US" sz="3000" dirty="0" smtClean="0"/>
              <a:t>You need to write a loop that runs 5 times</a:t>
            </a:r>
          </a:p>
          <a:p>
            <a:r>
              <a:rPr lang="en-US" sz="3000" dirty="0" smtClean="0"/>
              <a:t>You need to have variables to store how many games won by Player 1 and Player 2 when they play this game for fiv</a:t>
            </a:r>
            <a:r>
              <a:rPr lang="en-US" sz="3000" dirty="0" smtClean="0"/>
              <a:t>e times</a:t>
            </a:r>
          </a:p>
          <a:p>
            <a:r>
              <a:rPr lang="en-US" sz="3000" dirty="0" smtClean="0"/>
              <a:t>After the program is run for five times, check who has most number of wins</a:t>
            </a:r>
            <a:endParaRPr lang="en-US" sz="3000" dirty="0" smtClean="0"/>
          </a:p>
          <a:p>
            <a:endParaRPr lang="en-US" sz="3000" dirty="0" smtClean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7869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Additional Help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16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smtClean="0"/>
              <a:t>Look at JavaScript Presentations Slides discussed in class by Mr. Chris Fickert</a:t>
            </a:r>
          </a:p>
          <a:p>
            <a:r>
              <a:rPr lang="en-US" sz="3000" dirty="0" smtClean="0"/>
              <a:t>Read the JavaScript Book</a:t>
            </a:r>
            <a:endParaRPr lang="en-US" sz="30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197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000" dirty="0" smtClean="0"/>
          </a:p>
          <a:p>
            <a:pPr marL="0" indent="0" algn="ctr">
              <a:buNone/>
            </a:pPr>
            <a:r>
              <a:rPr lang="en-US" sz="4800" dirty="0" smtClean="0"/>
              <a:t>If you have questions, please raise your hand, Colin or I will come to help you</a:t>
            </a:r>
            <a:endParaRPr lang="en-US" sz="4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295401" y="5981879"/>
            <a:ext cx="7305900" cy="279400"/>
          </a:xfrm>
        </p:spPr>
        <p:txBody>
          <a:bodyPr/>
          <a:lstStyle/>
          <a:p>
            <a:r>
              <a:rPr lang="en-US" dirty="0" smtClean="0"/>
              <a:t>CS 1150 - Lab 8 – </a:t>
            </a:r>
            <a:r>
              <a:rPr lang="en-US" dirty="0" smtClean="0"/>
              <a:t>JavaScript Programming Lab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0531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10775</TotalTime>
  <Words>945</Words>
  <Application>Microsoft Office PowerPoint</Application>
  <PresentationFormat>Widescreen</PresentationFormat>
  <Paragraphs>181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Organic</vt:lpstr>
      <vt:lpstr>CS 1150 – JavaScript Programming Lab</vt:lpstr>
      <vt:lpstr>TA Labs, Office Hours Laboratory Polices</vt:lpstr>
      <vt:lpstr>JavaScript Programming Lab Overview</vt:lpstr>
      <vt:lpstr>How to Submit JavaScript Programming Lab</vt:lpstr>
      <vt:lpstr>What is JavaScript</vt:lpstr>
      <vt:lpstr>Writing Your First JavaScript Code</vt:lpstr>
      <vt:lpstr>Helper HTML Code</vt:lpstr>
      <vt:lpstr>Part 2 Help</vt:lpstr>
      <vt:lpstr>Part 3 Help</vt:lpstr>
      <vt:lpstr>Part 4 – Speed Conversion Program</vt:lpstr>
      <vt:lpstr>Part 4 – Rock Paper Scissors Game</vt:lpstr>
      <vt:lpstr>Part 4 – Rock Paper Scissors Game Cont.</vt:lpstr>
      <vt:lpstr>Part 5 Help</vt:lpstr>
      <vt:lpstr>Part 5 Help Cont.</vt:lpstr>
      <vt:lpstr>Part 5 – Rock Paper Scissors Tournament</vt:lpstr>
      <vt:lpstr>Additional Help</vt:lpstr>
      <vt:lpstr>Questions 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1150 – Lab #2 – Exploring Number Systems</dc:title>
  <dc:creator>student</dc:creator>
  <cp:lastModifiedBy>SanJ Wijeratne</cp:lastModifiedBy>
  <cp:revision>124</cp:revision>
  <dcterms:created xsi:type="dcterms:W3CDTF">2013-09-09T12:09:59Z</dcterms:created>
  <dcterms:modified xsi:type="dcterms:W3CDTF">2014-03-10T17:22:59Z</dcterms:modified>
</cp:coreProperties>
</file>