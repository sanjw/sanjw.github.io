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68" r:id="rId5"/>
    <p:sldId id="294" r:id="rId6"/>
    <p:sldId id="295" r:id="rId7"/>
    <p:sldId id="310" r:id="rId8"/>
    <p:sldId id="312" r:id="rId9"/>
    <p:sldId id="314" r:id="rId10"/>
    <p:sldId id="296" r:id="rId11"/>
    <p:sldId id="308" r:id="rId12"/>
    <p:sldId id="313" r:id="rId13"/>
    <p:sldId id="311" r:id="rId14"/>
    <p:sldId id="30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3868-69B1-49D4-AC12-72EBE554F52A}" type="datetimeFigureOut">
              <a:rPr lang="en-US" smtClean="0"/>
              <a:t>10/14/2013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F786C-A293-4201-B9C0-D0C5BE35C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06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86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34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57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46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14FF61A-096B-4ACC-9047-613DE7167064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827ED-A3A2-42F2-9D3C-AD26E709CEA1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22AD8-8288-404A-9459-8A274170FCB1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B23D6-372A-4D6F-88AE-B5725F2A5329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E645-F1A4-4824-9539-C88415E5AF9F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25E-FA51-4380-90D9-FC52469EBB7F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6B73D-B680-47CD-B2C3-E78687C23558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AEE0E-B558-46EB-9D93-461202666F38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0753F-683B-40AA-8AF9-C87935C56215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9783-A5DD-49F7-92FF-1871D119E57E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C348-74BF-44B1-84CD-0D4D3D31186D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612BD-51E1-437C-A0D0-E2E887370D9A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93F7-F63D-4FAB-9C50-ED9929F6F703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41D91-F438-46DF-A32B-FB52C76F8BBD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AB03-E250-4387-8B3C-9E42EECCE70C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2DF5D-E689-472C-BC94-5BE32A3F0629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46424-E59A-4C5D-B6D2-C0D70A2558E5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C46D926-8CAD-420B-9CAE-05AE90F77374}" type="datetime1">
              <a:rPr lang="en-US" smtClean="0"/>
              <a:t>10/14/2013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ijeratne.2@wrigh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knoesis.org/researchers/sanjaya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wijeratne.2@wright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CS 1150 </a:t>
            </a:r>
            <a:r>
              <a:rPr lang="en-US" sz="4000" dirty="0" smtClean="0"/>
              <a:t>– JavaScript Programming Lab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TA – Sanjaya Wijeratne</a:t>
            </a:r>
          </a:p>
          <a:p>
            <a:r>
              <a:rPr lang="en-US" dirty="0" smtClean="0"/>
              <a:t>E-mail – </a:t>
            </a:r>
            <a:r>
              <a:rPr lang="en-US" dirty="0" smtClean="0">
                <a:hlinkClick r:id="rId3"/>
              </a:rPr>
              <a:t>wijeratne.2@wright.edu</a:t>
            </a:r>
            <a:endParaRPr lang="en-US" dirty="0"/>
          </a:p>
          <a:p>
            <a:r>
              <a:rPr lang="en-US" dirty="0" smtClean="0"/>
              <a:t>Web Page - </a:t>
            </a:r>
            <a:r>
              <a:rPr lang="en-US" dirty="0">
                <a:hlinkClick r:id="rId4"/>
              </a:rPr>
              <a:t>http://knoesis.org/researchers/sanjaya/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683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 Labs, Office Hours Laboratory </a:t>
            </a:r>
            <a:r>
              <a:rPr lang="en-US" dirty="0"/>
              <a:t>Polices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Lab Hours</a:t>
            </a:r>
          </a:p>
          <a:p>
            <a:pPr lvl="1"/>
            <a:r>
              <a:rPr lang="en-US" dirty="0" smtClean="0"/>
              <a:t> 2:30 PM </a:t>
            </a:r>
            <a:r>
              <a:rPr lang="en-US" dirty="0"/>
              <a:t>- 4:20 </a:t>
            </a:r>
            <a:r>
              <a:rPr lang="en-US" dirty="0" smtClean="0"/>
              <a:t>PM, </a:t>
            </a:r>
            <a:r>
              <a:rPr lang="en-US" dirty="0"/>
              <a:t>Monday and Friday at Room 320 - </a:t>
            </a:r>
            <a:r>
              <a:rPr lang="en-US" dirty="0" err="1"/>
              <a:t>Oelman</a:t>
            </a:r>
            <a:r>
              <a:rPr lang="en-US" dirty="0"/>
              <a:t> </a:t>
            </a:r>
            <a:r>
              <a:rPr lang="en-US" dirty="0" smtClean="0"/>
              <a:t>Hall</a:t>
            </a:r>
          </a:p>
          <a:p>
            <a:r>
              <a:rPr lang="en-US" dirty="0" smtClean="0"/>
              <a:t>TA Office Hours</a:t>
            </a:r>
          </a:p>
          <a:p>
            <a:pPr lvl="1"/>
            <a:r>
              <a:rPr lang="en-US" dirty="0"/>
              <a:t>4:40 </a:t>
            </a:r>
            <a:r>
              <a:rPr lang="en-US" dirty="0" smtClean="0"/>
              <a:t>PM </a:t>
            </a:r>
            <a:r>
              <a:rPr lang="en-US" dirty="0"/>
              <a:t>- 5:40 </a:t>
            </a:r>
            <a:r>
              <a:rPr lang="en-US" dirty="0" smtClean="0"/>
              <a:t>PM, </a:t>
            </a:r>
            <a:r>
              <a:rPr lang="en-US" dirty="0"/>
              <a:t>Monday and Friday at Room 316 - Russ Engineer </a:t>
            </a:r>
            <a:r>
              <a:rPr lang="en-US" dirty="0" smtClean="0"/>
              <a:t>Center</a:t>
            </a:r>
          </a:p>
          <a:p>
            <a:pPr lvl="1"/>
            <a:r>
              <a:rPr lang="en-US" dirty="0" smtClean="0"/>
              <a:t>By appointment – Please email to </a:t>
            </a:r>
            <a:r>
              <a:rPr lang="en-US" dirty="0">
                <a:hlinkClick r:id="rId2"/>
              </a:rPr>
              <a:t>wijeratne.2@wright.edu</a:t>
            </a:r>
            <a:endParaRPr lang="en-US" dirty="0"/>
          </a:p>
          <a:p>
            <a:r>
              <a:rPr lang="en-US" dirty="0" smtClean="0"/>
              <a:t>Refer </a:t>
            </a:r>
            <a:r>
              <a:rPr lang="en-US" dirty="0"/>
              <a:t>to CS 1150 </a:t>
            </a:r>
            <a:r>
              <a:rPr lang="en-US" dirty="0" smtClean="0"/>
              <a:t>Course Syllabus for Class and Laboratory Policies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Zero </a:t>
            </a:r>
            <a:r>
              <a:rPr lang="en-US" b="1" dirty="0">
                <a:solidFill>
                  <a:srgbClr val="FF0000"/>
                </a:solidFill>
              </a:rPr>
              <a:t>tolerance policy for </a:t>
            </a:r>
            <a:r>
              <a:rPr lang="en-US" b="1" dirty="0" smtClean="0">
                <a:solidFill>
                  <a:srgbClr val="FF0000"/>
                </a:solidFill>
              </a:rPr>
              <a:t>Academic Misconduct – All parties will get 0% marks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034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Programming Lab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18832"/>
            <a:ext cx="10147300" cy="3551768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/>
              <a:t>Learn </a:t>
            </a:r>
            <a:r>
              <a:rPr lang="en-US" sz="3200" dirty="0"/>
              <a:t>how to write </a:t>
            </a:r>
            <a:r>
              <a:rPr lang="en-US" sz="3200" dirty="0" smtClean="0"/>
              <a:t>Output Statements,  use Message Boxes and Variables </a:t>
            </a:r>
          </a:p>
          <a:p>
            <a:r>
              <a:rPr lang="en-US" sz="3200" dirty="0" smtClean="0"/>
              <a:t>Gain </a:t>
            </a:r>
            <a:r>
              <a:rPr lang="en-US" sz="3200" dirty="0"/>
              <a:t>an understanding of </a:t>
            </a:r>
            <a:r>
              <a:rPr lang="en-US" sz="3200" dirty="0" smtClean="0"/>
              <a:t>Conditional Statements </a:t>
            </a:r>
          </a:p>
          <a:p>
            <a:r>
              <a:rPr lang="en-US" sz="3200" b="1" dirty="0" smtClean="0"/>
              <a:t>Complete Part </a:t>
            </a:r>
            <a:r>
              <a:rPr lang="en-US" sz="3200" b="1" dirty="0" smtClean="0"/>
              <a:t>1, 2, 3, 4 and 5 (Required for all Students)</a:t>
            </a:r>
          </a:p>
          <a:p>
            <a:r>
              <a:rPr lang="en-US" sz="3200" b="1" dirty="0" smtClean="0"/>
              <a:t>Extra Credit Question at the End (Worth 3 Points)</a:t>
            </a:r>
            <a:endParaRPr lang="en-US" sz="3200" b="1" dirty="0" smtClean="0"/>
          </a:p>
          <a:p>
            <a:r>
              <a:rPr lang="en-US" sz="3200" b="1" dirty="0" smtClean="0">
                <a:solidFill>
                  <a:srgbClr val="FF0000"/>
                </a:solidFill>
              </a:rPr>
              <a:t>Lab Due </a:t>
            </a:r>
            <a:r>
              <a:rPr lang="en-US" sz="3200" b="1" dirty="0">
                <a:solidFill>
                  <a:srgbClr val="FF0000"/>
                </a:solidFill>
              </a:rPr>
              <a:t>Date - </a:t>
            </a:r>
            <a:r>
              <a:rPr lang="en-US" sz="3200" b="1" dirty="0" smtClean="0">
                <a:solidFill>
                  <a:srgbClr val="FF0000"/>
                </a:solidFill>
              </a:rPr>
              <a:t>Oct 28, 2013 12:30 PM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623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How to Submit </a:t>
            </a:r>
            <a:r>
              <a:rPr lang="en-US" dirty="0">
                <a:solidFill>
                  <a:srgbClr val="FF0000"/>
                </a:solidFill>
              </a:rPr>
              <a:t>JavaScript Programming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56932"/>
            <a:ext cx="9867899" cy="350096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Use </a:t>
            </a:r>
            <a:r>
              <a:rPr lang="en-US" sz="3200" b="1" dirty="0" smtClean="0">
                <a:solidFill>
                  <a:srgbClr val="FF0000"/>
                </a:solidFill>
              </a:rPr>
              <a:t>Pilot Page </a:t>
            </a:r>
            <a:r>
              <a:rPr lang="en-US" sz="3200" b="1" dirty="0" smtClean="0">
                <a:solidFill>
                  <a:srgbClr val="FF0000"/>
                </a:solidFill>
              </a:rPr>
              <a:t>for this Weeks’s Submission</a:t>
            </a:r>
          </a:p>
          <a:p>
            <a:pPr lvl="1"/>
            <a:r>
              <a:rPr lang="en-US" sz="2800" b="1" dirty="0" smtClean="0">
                <a:solidFill>
                  <a:srgbClr val="FF0000"/>
                </a:solidFill>
              </a:rPr>
              <a:t>Go to Pilot Course Page and Use Dropbox Submission Link to upload your files</a:t>
            </a:r>
          </a:p>
          <a:p>
            <a:pPr lvl="1"/>
            <a:r>
              <a:rPr lang="en-US" sz="2800" b="1" dirty="0">
                <a:solidFill>
                  <a:srgbClr val="FF0000"/>
                </a:solidFill>
              </a:rPr>
              <a:t>I should be able to run your programs. Please submit all your html files and </a:t>
            </a:r>
            <a:r>
              <a:rPr lang="en-US" sz="2800" b="1" dirty="0" smtClean="0">
                <a:solidFill>
                  <a:srgbClr val="FF0000"/>
                </a:solidFill>
              </a:rPr>
              <a:t>answers/screenshots </a:t>
            </a:r>
            <a:r>
              <a:rPr lang="en-US" sz="2800" b="1" dirty="0">
                <a:solidFill>
                  <a:srgbClr val="FF0000"/>
                </a:solidFill>
              </a:rPr>
              <a:t>to </a:t>
            </a:r>
            <a:r>
              <a:rPr lang="en-US" sz="2800" b="1" dirty="0" smtClean="0">
                <a:solidFill>
                  <a:srgbClr val="FF0000"/>
                </a:solidFill>
              </a:rPr>
              <a:t>pilot</a:t>
            </a:r>
          </a:p>
          <a:p>
            <a:pPr lvl="1"/>
            <a:r>
              <a:rPr lang="en-US" sz="2800" b="1" dirty="0" smtClean="0">
                <a:solidFill>
                  <a:srgbClr val="FF0000"/>
                </a:solidFill>
              </a:rPr>
              <a:t>Use the checklist to make sure you submitted all files</a:t>
            </a:r>
            <a:endParaRPr lang="en-US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916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JavaScript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64468"/>
          </a:xfrm>
        </p:spPr>
        <p:txBody>
          <a:bodyPr>
            <a:normAutofit/>
          </a:bodyPr>
          <a:lstStyle/>
          <a:p>
            <a:r>
              <a:rPr lang="en-US" sz="3000" dirty="0" smtClean="0"/>
              <a:t>Client-side Scripting Language</a:t>
            </a:r>
          </a:p>
          <a:p>
            <a:r>
              <a:rPr lang="en-US" sz="3000" dirty="0" smtClean="0"/>
              <a:t>Used to create Dynamic Web Pages</a:t>
            </a:r>
          </a:p>
          <a:p>
            <a:r>
              <a:rPr lang="en-US" sz="3000" dirty="0" smtClean="0"/>
              <a:t>Three ways to write JavaScript Code</a:t>
            </a:r>
          </a:p>
          <a:p>
            <a:pPr lvl="1"/>
            <a:r>
              <a:rPr lang="en-US" sz="2600" dirty="0" smtClean="0"/>
              <a:t>In HTML Header, within &lt;SCRIPT&gt;&lt;/SCRIPT&gt; Tags</a:t>
            </a:r>
          </a:p>
          <a:p>
            <a:pPr lvl="1"/>
            <a:r>
              <a:rPr lang="en-US" sz="2600" dirty="0" smtClean="0"/>
              <a:t>In HTML Body</a:t>
            </a:r>
            <a:r>
              <a:rPr lang="en-US" sz="2600" dirty="0"/>
              <a:t>, within &lt;SCRIPT&gt;&lt;/SCRIPT&gt; </a:t>
            </a:r>
            <a:r>
              <a:rPr lang="en-US" sz="2600" dirty="0" smtClean="0"/>
              <a:t>Tags</a:t>
            </a:r>
          </a:p>
          <a:p>
            <a:pPr lvl="1"/>
            <a:r>
              <a:rPr lang="en-US" sz="2600" dirty="0" smtClean="0"/>
              <a:t>In Separate .JS file, </a:t>
            </a:r>
            <a:r>
              <a:rPr lang="en-US" sz="2600" dirty="0"/>
              <a:t>within &lt;SCRIPT&gt;&lt;/SCRIPT&gt; </a:t>
            </a:r>
            <a:r>
              <a:rPr lang="en-US" sz="2600" dirty="0" smtClean="0"/>
              <a:t>Tags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503312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Your First JavaScript Code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917950" y="2556932"/>
            <a:ext cx="4356099" cy="341206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200" b="1" dirty="0" smtClean="0"/>
              <a:t> </a:t>
            </a:r>
            <a:r>
              <a:rPr lang="en-US" sz="3200" b="1" dirty="0"/>
              <a:t>&lt;html&gt; </a:t>
            </a:r>
          </a:p>
          <a:p>
            <a:pPr marL="0" indent="0">
              <a:buNone/>
            </a:pPr>
            <a:r>
              <a:rPr lang="en-US" sz="3200" b="1" dirty="0" smtClean="0"/>
              <a:t>	&lt;</a:t>
            </a:r>
            <a:r>
              <a:rPr lang="en-US" sz="3200" b="1" dirty="0"/>
              <a:t>head&gt; </a:t>
            </a:r>
            <a:endParaRPr lang="en-US" sz="3200" b="1" dirty="0" smtClean="0"/>
          </a:p>
          <a:p>
            <a:pPr marL="0" indent="0">
              <a:buNone/>
            </a:pPr>
            <a:r>
              <a:rPr lang="en-US" sz="3200" b="1" dirty="0" smtClean="0"/>
              <a:t>		&lt;</a:t>
            </a:r>
            <a:r>
              <a:rPr lang="en-US" sz="3200" b="1" dirty="0"/>
              <a:t>script type="text/javascript"&gt; </a:t>
            </a:r>
          </a:p>
          <a:p>
            <a:pPr marL="0" indent="0">
              <a:buNone/>
            </a:pPr>
            <a:r>
              <a:rPr lang="en-US" sz="3200" b="1" dirty="0" smtClean="0"/>
              <a:t>		document.write</a:t>
            </a:r>
            <a:r>
              <a:rPr lang="en-US" sz="3200" b="1" dirty="0"/>
              <a:t>("Hello World"); </a:t>
            </a:r>
          </a:p>
          <a:p>
            <a:pPr marL="0" indent="0">
              <a:buNone/>
            </a:pPr>
            <a:r>
              <a:rPr lang="en-US" sz="3200" b="1" dirty="0" smtClean="0"/>
              <a:t>		alert</a:t>
            </a:r>
            <a:r>
              <a:rPr lang="en-US" sz="3200" b="1" dirty="0"/>
              <a:t>("Hello World"); </a:t>
            </a:r>
          </a:p>
          <a:p>
            <a:pPr marL="0" indent="0">
              <a:buNone/>
            </a:pPr>
            <a:r>
              <a:rPr lang="en-US" sz="3200" b="1" dirty="0" smtClean="0"/>
              <a:t>		&lt;/</a:t>
            </a:r>
            <a:r>
              <a:rPr lang="en-US" sz="3200" b="1" dirty="0"/>
              <a:t>script&gt; </a:t>
            </a:r>
          </a:p>
          <a:p>
            <a:pPr marL="0" indent="0">
              <a:buNone/>
            </a:pPr>
            <a:r>
              <a:rPr lang="en-US" sz="3200" b="1" dirty="0" smtClean="0"/>
              <a:t>	&lt;/</a:t>
            </a:r>
            <a:r>
              <a:rPr lang="en-US" sz="3200" b="1" dirty="0"/>
              <a:t>head&gt; </a:t>
            </a:r>
          </a:p>
          <a:p>
            <a:pPr marL="0" indent="0">
              <a:buNone/>
            </a:pPr>
            <a:r>
              <a:rPr lang="en-US" sz="3200" b="1" dirty="0" smtClean="0"/>
              <a:t>	&lt;</a:t>
            </a:r>
            <a:r>
              <a:rPr lang="en-US" sz="3200" b="1" dirty="0"/>
              <a:t>body&gt; </a:t>
            </a:r>
          </a:p>
          <a:p>
            <a:pPr marL="0" indent="0">
              <a:buNone/>
            </a:pPr>
            <a:r>
              <a:rPr lang="en-US" sz="3200" b="1" dirty="0" smtClean="0"/>
              <a:t>	&lt;/</a:t>
            </a:r>
            <a:r>
              <a:rPr lang="en-US" sz="3200" b="1" dirty="0"/>
              <a:t>body&gt; </a:t>
            </a:r>
          </a:p>
          <a:p>
            <a:pPr marL="0" indent="0">
              <a:buNone/>
            </a:pPr>
            <a:r>
              <a:rPr lang="en-US" sz="3200" b="1" dirty="0"/>
              <a:t>&lt;/html&gt; </a:t>
            </a:r>
            <a:endParaRPr lang="en-US" sz="3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231901" y="2437156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HTML Code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78619" y="2806488"/>
            <a:ext cx="2190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HTML Header Code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032001" y="3581611"/>
            <a:ext cx="2190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SCRIPT Tags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385116" y="3004899"/>
            <a:ext cx="1023937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705100" y="2672622"/>
            <a:ext cx="132080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14501" y="4703379"/>
            <a:ext cx="135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HTML Body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3088253" y="4888045"/>
            <a:ext cx="132080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3784600" y="3276602"/>
            <a:ext cx="1143000" cy="469898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84600" y="3848100"/>
            <a:ext cx="1143000" cy="34290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40976" y="3411036"/>
            <a:ext cx="347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Writes in to HTML File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7640976" y="3746500"/>
            <a:ext cx="347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Writes in to a Message Box</a:t>
            </a:r>
            <a:endParaRPr lang="en-US" dirty="0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7568972" y="3597304"/>
            <a:ext cx="705077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743700" y="3950943"/>
            <a:ext cx="138430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3913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Helper HTML Code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706968"/>
          </a:xfrm>
        </p:spPr>
        <p:txBody>
          <a:bodyPr>
            <a:normAutofit/>
          </a:bodyPr>
          <a:lstStyle/>
          <a:p>
            <a:r>
              <a:rPr lang="en-US" sz="3000" dirty="0" smtClean="0"/>
              <a:t>Use a new copy of this template for every section (part 1 –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6109" y="3067353"/>
            <a:ext cx="4953000" cy="313932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&lt;html&gt;</a:t>
            </a:r>
          </a:p>
          <a:p>
            <a:r>
              <a:rPr lang="en-US" b="1" dirty="0"/>
              <a:t>&lt;head&gt;</a:t>
            </a:r>
          </a:p>
          <a:p>
            <a:r>
              <a:rPr lang="en-US" b="1" dirty="0" smtClean="0"/>
              <a:t>	&lt;</a:t>
            </a:r>
            <a:r>
              <a:rPr lang="en-US" b="1" dirty="0"/>
              <a:t>script language="</a:t>
            </a:r>
            <a:r>
              <a:rPr lang="en-US" b="1" dirty="0" err="1"/>
              <a:t>javaScript</a:t>
            </a:r>
            <a:r>
              <a:rPr lang="en-US" b="1" dirty="0"/>
              <a:t>"&gt;</a:t>
            </a:r>
          </a:p>
          <a:p>
            <a:r>
              <a:rPr lang="en-US" b="1" dirty="0"/>
              <a:t> </a:t>
            </a:r>
          </a:p>
          <a:p>
            <a:r>
              <a:rPr lang="en-US" b="1" dirty="0" smtClean="0"/>
              <a:t>	&lt;!-- write JavaScript code here --&gt;</a:t>
            </a:r>
            <a:endParaRPr lang="en-US" b="1" dirty="0"/>
          </a:p>
          <a:p>
            <a:r>
              <a:rPr lang="en-US" b="1" dirty="0"/>
              <a:t> </a:t>
            </a:r>
          </a:p>
          <a:p>
            <a:r>
              <a:rPr lang="en-US" b="1" dirty="0" smtClean="0"/>
              <a:t>	&lt;/</a:t>
            </a:r>
            <a:r>
              <a:rPr lang="en-US" b="1" dirty="0"/>
              <a:t>script&gt;</a:t>
            </a:r>
          </a:p>
          <a:p>
            <a:r>
              <a:rPr lang="en-US" b="1" dirty="0"/>
              <a:t>&lt;/head&gt;</a:t>
            </a:r>
          </a:p>
          <a:p>
            <a:r>
              <a:rPr lang="en-US" b="1" dirty="0"/>
              <a:t>&lt;body&gt;</a:t>
            </a:r>
          </a:p>
          <a:p>
            <a:r>
              <a:rPr lang="en-US" b="1" dirty="0"/>
              <a:t>&lt;/body&gt;</a:t>
            </a:r>
          </a:p>
          <a:p>
            <a:r>
              <a:rPr lang="en-US" b="1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1806537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2 </a:t>
            </a:r>
            <a:r>
              <a:rPr lang="en-US" dirty="0"/>
              <a:t>Help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Input you read through prompt boxes are Strings</a:t>
            </a:r>
          </a:p>
          <a:p>
            <a:r>
              <a:rPr lang="en-US" sz="3000" dirty="0" smtClean="0"/>
              <a:t>To perform arithmetic </a:t>
            </a:r>
            <a:r>
              <a:rPr lang="en-US" sz="3000" dirty="0" smtClean="0"/>
              <a:t>operations on numbers you read through prompt boxes, you need to first convert them to proper data types.</a:t>
            </a:r>
          </a:p>
          <a:p>
            <a:r>
              <a:rPr lang="en-US" sz="3000" b="1" dirty="0" err="1" smtClean="0"/>
              <a:t>var</a:t>
            </a:r>
            <a:r>
              <a:rPr lang="en-US" sz="3000" b="1" dirty="0" smtClean="0"/>
              <a:t> x = 1 </a:t>
            </a:r>
            <a:r>
              <a:rPr lang="en-US" sz="3000" dirty="0" smtClean="0"/>
              <a:t>– Define variable x and sets its value to 1</a:t>
            </a:r>
          </a:p>
          <a:p>
            <a:r>
              <a:rPr lang="en-US" sz="3000" b="1" dirty="0"/>
              <a:t>x = </a:t>
            </a:r>
            <a:r>
              <a:rPr lang="en-US" sz="3000" b="1" dirty="0" err="1"/>
              <a:t>parseInt</a:t>
            </a:r>
            <a:r>
              <a:rPr lang="en-US" sz="3000" b="1" dirty="0"/>
              <a:t>(x</a:t>
            </a:r>
            <a:r>
              <a:rPr lang="en-US" sz="3000" b="1" dirty="0" smtClean="0"/>
              <a:t>) </a:t>
            </a:r>
            <a:r>
              <a:rPr lang="en-US" sz="3000" dirty="0" smtClean="0"/>
              <a:t>– Converts the value stored in variable x to an Integer and stores it in variable x.</a:t>
            </a:r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13168469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3 Help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93663" y="2568813"/>
            <a:ext cx="5404757" cy="3323987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&lt;html&gt;</a:t>
            </a:r>
          </a:p>
          <a:p>
            <a:r>
              <a:rPr lang="en-US" sz="1400" dirty="0"/>
              <a:t>&lt;head&gt;</a:t>
            </a:r>
          </a:p>
          <a:p>
            <a:r>
              <a:rPr lang="en-US" sz="1400" dirty="0" smtClean="0"/>
              <a:t>	&lt;</a:t>
            </a:r>
            <a:r>
              <a:rPr lang="en-US" sz="1400" dirty="0"/>
              <a:t>script language="</a:t>
            </a:r>
            <a:r>
              <a:rPr lang="en-US" sz="1400" dirty="0" err="1"/>
              <a:t>javaScript</a:t>
            </a:r>
            <a:r>
              <a:rPr lang="en-US" sz="1400" dirty="0" smtClean="0"/>
              <a:t>"&gt;</a:t>
            </a:r>
            <a:endParaRPr lang="en-US" sz="1400" dirty="0"/>
          </a:p>
          <a:p>
            <a:r>
              <a:rPr lang="en-US" sz="1400" dirty="0" smtClean="0"/>
              <a:t>	</a:t>
            </a:r>
            <a:r>
              <a:rPr lang="en-US" sz="1400" dirty="0"/>
              <a:t>	</a:t>
            </a:r>
            <a:r>
              <a:rPr lang="en-US" sz="1400" dirty="0" err="1" smtClean="0"/>
              <a:t>var</a:t>
            </a:r>
            <a:r>
              <a:rPr lang="en-US" sz="1400" dirty="0" smtClean="0"/>
              <a:t> x = 1;</a:t>
            </a:r>
          </a:p>
          <a:p>
            <a:r>
              <a:rPr lang="en-US" sz="1400" dirty="0" smtClean="0"/>
              <a:t>		if (x== 1) </a:t>
            </a:r>
            <a:r>
              <a:rPr lang="en-US" sz="1400" dirty="0"/>
              <a:t>{</a:t>
            </a:r>
          </a:p>
          <a:p>
            <a:pPr lvl="2"/>
            <a:r>
              <a:rPr lang="en-US" sz="1400" dirty="0" smtClean="0"/>
              <a:t>	</a:t>
            </a:r>
            <a:r>
              <a:rPr lang="en-US" sz="1400" dirty="0"/>
              <a:t>document.write</a:t>
            </a:r>
            <a:r>
              <a:rPr lang="en-US" sz="1400" dirty="0" smtClean="0"/>
              <a:t>(</a:t>
            </a:r>
            <a:r>
              <a:rPr lang="en-US" sz="1400" dirty="0"/>
              <a:t>"</a:t>
            </a:r>
            <a:r>
              <a:rPr lang="en-US" sz="1400" dirty="0" smtClean="0"/>
              <a:t>x is </a:t>
            </a:r>
            <a:r>
              <a:rPr lang="en-US" sz="1400" dirty="0"/>
              <a:t>"</a:t>
            </a:r>
            <a:r>
              <a:rPr lang="en-US" sz="1400" dirty="0" smtClean="0"/>
              <a:t> + x);</a:t>
            </a:r>
            <a:endParaRPr lang="en-US" sz="1400" dirty="0"/>
          </a:p>
          <a:p>
            <a:pPr lvl="2"/>
            <a:r>
              <a:rPr lang="en-US" sz="1400" dirty="0"/>
              <a:t>}</a:t>
            </a:r>
          </a:p>
          <a:p>
            <a:pPr lvl="2"/>
            <a:r>
              <a:rPr lang="en-US" sz="1400" dirty="0"/>
              <a:t>else {</a:t>
            </a:r>
          </a:p>
          <a:p>
            <a:pPr lvl="2"/>
            <a:r>
              <a:rPr lang="en-US" sz="1400" dirty="0" smtClean="0"/>
              <a:t>	</a:t>
            </a:r>
            <a:r>
              <a:rPr lang="en-US" sz="1400" dirty="0"/>
              <a:t>document.write</a:t>
            </a:r>
            <a:r>
              <a:rPr lang="en-US" sz="1400" dirty="0" smtClean="0"/>
              <a:t>(</a:t>
            </a:r>
            <a:r>
              <a:rPr lang="en-US" sz="1400" dirty="0"/>
              <a:t>"</a:t>
            </a:r>
            <a:r>
              <a:rPr lang="en-US" sz="1400" dirty="0" smtClean="0"/>
              <a:t>x is not 1</a:t>
            </a:r>
            <a:r>
              <a:rPr lang="en-US" sz="1400" dirty="0"/>
              <a:t>"</a:t>
            </a:r>
            <a:r>
              <a:rPr lang="en-US" sz="1400" dirty="0" smtClean="0"/>
              <a:t>);</a:t>
            </a:r>
            <a:endParaRPr lang="en-US" sz="1400" dirty="0"/>
          </a:p>
          <a:p>
            <a:pPr lvl="2"/>
            <a:r>
              <a:rPr lang="en-US" sz="1400" dirty="0" smtClean="0"/>
              <a:t>}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&lt;/</a:t>
            </a:r>
            <a:r>
              <a:rPr lang="en-US" sz="1400" dirty="0"/>
              <a:t>script&gt;</a:t>
            </a:r>
          </a:p>
          <a:p>
            <a:r>
              <a:rPr lang="en-US" sz="1400" dirty="0"/>
              <a:t>&lt;/head&gt;</a:t>
            </a:r>
          </a:p>
          <a:p>
            <a:r>
              <a:rPr lang="en-US" sz="1400" dirty="0"/>
              <a:t>&lt;body&gt;</a:t>
            </a:r>
          </a:p>
          <a:p>
            <a:r>
              <a:rPr lang="en-US" sz="1400" dirty="0"/>
              <a:t>&lt;/body&gt;</a:t>
            </a:r>
          </a:p>
          <a:p>
            <a:r>
              <a:rPr lang="en-US" sz="1400" dirty="0"/>
              <a:t>&lt;/html&gt;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4109362" cy="3318936"/>
          </a:xfrm>
        </p:spPr>
        <p:txBody>
          <a:bodyPr>
            <a:normAutofit lnSpcReduction="10000"/>
          </a:bodyPr>
          <a:lstStyle/>
          <a:p>
            <a:r>
              <a:rPr lang="en-US" sz="3000" dirty="0" smtClean="0"/>
              <a:t>Simple </a:t>
            </a:r>
            <a:r>
              <a:rPr lang="en-US" sz="3000" dirty="0" smtClean="0"/>
              <a:t>conditional (</a:t>
            </a:r>
            <a:r>
              <a:rPr lang="en-US" sz="3000" dirty="0"/>
              <a:t>i</a:t>
            </a:r>
            <a:r>
              <a:rPr lang="en-US" sz="3000" dirty="0" smtClean="0"/>
              <a:t>f-else)</a:t>
            </a:r>
            <a:r>
              <a:rPr lang="en-US" sz="3000" dirty="0" smtClean="0"/>
              <a:t> statement written in JavaScript</a:t>
            </a:r>
          </a:p>
          <a:p>
            <a:r>
              <a:rPr lang="en-US" sz="3000" dirty="0" smtClean="0"/>
              <a:t>Run this to see how a </a:t>
            </a:r>
            <a:r>
              <a:rPr lang="en-US" sz="3000" dirty="0"/>
              <a:t>conditional (if-else) statement </a:t>
            </a:r>
            <a:r>
              <a:rPr lang="en-US" sz="3000" dirty="0" smtClean="0"/>
              <a:t>works in JavaScript</a:t>
            </a:r>
          </a:p>
          <a:p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5207247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4 Help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1" dirty="0" smtClean="0"/>
              <a:t>You Need to Do Two Tasks</a:t>
            </a:r>
          </a:p>
          <a:p>
            <a:r>
              <a:rPr lang="en-US" sz="3000" b="1" dirty="0" smtClean="0"/>
              <a:t>Task 1</a:t>
            </a:r>
            <a:r>
              <a:rPr lang="en-US" sz="3000" dirty="0" smtClean="0"/>
              <a:t> </a:t>
            </a:r>
            <a:r>
              <a:rPr lang="en-US" sz="3000" dirty="0" smtClean="0"/>
              <a:t>– Write a </a:t>
            </a:r>
            <a:r>
              <a:rPr lang="en-US" sz="3000" dirty="0" err="1" smtClean="0"/>
              <a:t>Psudo</a:t>
            </a:r>
            <a:r>
              <a:rPr lang="en-US" sz="3000" dirty="0" smtClean="0"/>
              <a:t>-code or a Flow Chart </a:t>
            </a:r>
            <a:r>
              <a:rPr lang="en-US" sz="3000" dirty="0"/>
              <a:t>to </a:t>
            </a:r>
            <a:r>
              <a:rPr lang="en-US" sz="3000" dirty="0" smtClean="0"/>
              <a:t>Convert Temperature from Celsius </a:t>
            </a:r>
            <a:r>
              <a:rPr lang="en-US" sz="3000" dirty="0"/>
              <a:t>to Fahrenheit or from Fahrenheit to </a:t>
            </a:r>
            <a:r>
              <a:rPr lang="en-US" sz="3000" dirty="0" smtClean="0"/>
              <a:t>Celsius</a:t>
            </a:r>
          </a:p>
          <a:p>
            <a:r>
              <a:rPr lang="en-US" sz="3000" b="1" dirty="0" smtClean="0"/>
              <a:t>Task 2 </a:t>
            </a:r>
            <a:r>
              <a:rPr lang="en-US" sz="3000" dirty="0" smtClean="0"/>
              <a:t>– Write a JavaScript Program </a:t>
            </a:r>
            <a:r>
              <a:rPr lang="en-US" sz="3000" dirty="0"/>
              <a:t>to Convert Temperature from Celsius to Fahrenheit or from Fahrenheit to Celsius</a:t>
            </a:r>
          </a:p>
          <a:p>
            <a:pPr marL="0" indent="0">
              <a:buNone/>
            </a:pPr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13690448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4 Help Cont.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You need minimum of three variables</a:t>
            </a:r>
          </a:p>
          <a:p>
            <a:r>
              <a:rPr lang="en-US" sz="3000" dirty="0" smtClean="0"/>
              <a:t>Look at the screenshots given at the end to have an idea about the inputs and the output</a:t>
            </a:r>
          </a:p>
          <a:p>
            <a:r>
              <a:rPr lang="en-US" sz="3000" dirty="0" smtClean="0"/>
              <a:t>You need to change the variables in the equations given in part 4 using the variables you defined to make temperature calculation work</a:t>
            </a:r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12050263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5 Help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93663" y="2568813"/>
            <a:ext cx="5404757" cy="347787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&lt;html&gt;</a:t>
            </a:r>
          </a:p>
          <a:p>
            <a:r>
              <a:rPr lang="en-US" sz="2000" dirty="0"/>
              <a:t>&lt;head&gt;</a:t>
            </a:r>
          </a:p>
          <a:p>
            <a:r>
              <a:rPr lang="en-US" sz="2000" dirty="0" smtClean="0"/>
              <a:t>	&lt;</a:t>
            </a:r>
            <a:r>
              <a:rPr lang="en-US" sz="2000" dirty="0"/>
              <a:t>script language="</a:t>
            </a:r>
            <a:r>
              <a:rPr lang="en-US" sz="2000" dirty="0" err="1"/>
              <a:t>javaScript</a:t>
            </a:r>
            <a:r>
              <a:rPr lang="en-US" sz="2000" dirty="0" smtClean="0"/>
              <a:t>"&gt;</a:t>
            </a:r>
            <a:endParaRPr lang="en-US" sz="2000" dirty="0"/>
          </a:p>
          <a:p>
            <a:r>
              <a:rPr lang="en-US" sz="2000" dirty="0" smtClean="0"/>
              <a:t>	</a:t>
            </a:r>
            <a:r>
              <a:rPr lang="en-US" sz="2000" dirty="0"/>
              <a:t>	for (</a:t>
            </a:r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=0; </a:t>
            </a:r>
            <a:r>
              <a:rPr lang="en-US" sz="2000" dirty="0" err="1" smtClean="0"/>
              <a:t>i</a:t>
            </a:r>
            <a:r>
              <a:rPr lang="en-US" sz="2000" dirty="0" smtClean="0"/>
              <a:t>&lt;2; </a:t>
            </a:r>
            <a:r>
              <a:rPr lang="en-US" sz="2000" dirty="0" err="1" smtClean="0"/>
              <a:t>i</a:t>
            </a:r>
            <a:r>
              <a:rPr lang="en-US" sz="2000" dirty="0" smtClean="0"/>
              <a:t>++) </a:t>
            </a:r>
            <a:r>
              <a:rPr lang="en-US" sz="2000" dirty="0"/>
              <a:t>{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		alert(</a:t>
            </a:r>
            <a:r>
              <a:rPr lang="en-US" sz="2000" dirty="0"/>
              <a:t>"</a:t>
            </a:r>
            <a:r>
              <a:rPr lang="en-US" sz="2000" dirty="0" smtClean="0"/>
              <a:t>Hello </a:t>
            </a:r>
            <a:r>
              <a:rPr lang="en-US" sz="2000" dirty="0"/>
              <a:t>"</a:t>
            </a:r>
            <a:r>
              <a:rPr lang="en-US" sz="2000" dirty="0" smtClean="0"/>
              <a:t> + </a:t>
            </a:r>
            <a:r>
              <a:rPr lang="en-US" sz="2000" dirty="0" err="1" smtClean="0"/>
              <a:t>i</a:t>
            </a:r>
            <a:r>
              <a:rPr lang="en-US" sz="2000" dirty="0" smtClean="0"/>
              <a:t>);</a:t>
            </a:r>
          </a:p>
          <a:p>
            <a:r>
              <a:rPr lang="en-US" sz="2000" dirty="0"/>
              <a:t>	</a:t>
            </a:r>
            <a:r>
              <a:rPr lang="en-US" sz="2000" dirty="0" smtClean="0"/>
              <a:t>	}</a:t>
            </a:r>
          </a:p>
          <a:p>
            <a:r>
              <a:rPr lang="en-US" sz="2000" dirty="0" smtClean="0"/>
              <a:t>	&lt;/</a:t>
            </a:r>
            <a:r>
              <a:rPr lang="en-US" sz="2000" dirty="0"/>
              <a:t>script&gt;</a:t>
            </a:r>
          </a:p>
          <a:p>
            <a:r>
              <a:rPr lang="en-US" sz="2000" dirty="0"/>
              <a:t>&lt;/head&gt;</a:t>
            </a:r>
          </a:p>
          <a:p>
            <a:r>
              <a:rPr lang="en-US" sz="2000" dirty="0"/>
              <a:t>&lt;body&gt;</a:t>
            </a:r>
          </a:p>
          <a:p>
            <a:r>
              <a:rPr lang="en-US" sz="2000" dirty="0"/>
              <a:t>&lt;/body&gt;</a:t>
            </a:r>
          </a:p>
          <a:p>
            <a:r>
              <a:rPr lang="en-US" sz="2000" dirty="0"/>
              <a:t>&lt;/html&gt;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4109362" cy="3318936"/>
          </a:xfrm>
        </p:spPr>
        <p:txBody>
          <a:bodyPr>
            <a:normAutofit/>
          </a:bodyPr>
          <a:lstStyle/>
          <a:p>
            <a:r>
              <a:rPr lang="en-US" sz="3000" dirty="0" smtClean="0"/>
              <a:t>Simple for loop written in JavaScript</a:t>
            </a:r>
          </a:p>
          <a:p>
            <a:r>
              <a:rPr lang="en-US" sz="3000" dirty="0" smtClean="0"/>
              <a:t>Run this to see how a for loop works in JavaScript</a:t>
            </a:r>
          </a:p>
          <a:p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19260635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5 Help Cont.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93663" y="2568813"/>
            <a:ext cx="5404757" cy="3323987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&lt;html&gt;</a:t>
            </a:r>
          </a:p>
          <a:p>
            <a:r>
              <a:rPr lang="en-US" sz="1400" dirty="0"/>
              <a:t>&lt;head&gt;</a:t>
            </a:r>
          </a:p>
          <a:p>
            <a:r>
              <a:rPr lang="en-US" sz="1400" dirty="0" smtClean="0"/>
              <a:t>	&lt;</a:t>
            </a:r>
            <a:r>
              <a:rPr lang="en-US" sz="1400" dirty="0"/>
              <a:t>script language="</a:t>
            </a:r>
            <a:r>
              <a:rPr lang="en-US" sz="1400" dirty="0" err="1"/>
              <a:t>javaScript</a:t>
            </a:r>
            <a:r>
              <a:rPr lang="en-US" sz="1400" dirty="0" smtClean="0"/>
              <a:t>"&gt;</a:t>
            </a:r>
            <a:endParaRPr lang="en-US" sz="1400" dirty="0"/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var</a:t>
            </a:r>
            <a:r>
              <a:rPr lang="en-US" sz="1400" dirty="0" smtClean="0"/>
              <a:t> </a:t>
            </a:r>
            <a:r>
              <a:rPr lang="en-US" sz="1400" dirty="0"/>
              <a:t>counter = 0;</a:t>
            </a:r>
          </a:p>
          <a:p>
            <a:r>
              <a:rPr lang="en-US" sz="1400" dirty="0" smtClean="0"/>
              <a:t>		document.write</a:t>
            </a:r>
            <a:r>
              <a:rPr lang="en-US" sz="1400" dirty="0"/>
              <a:t>("Starting Loop" + "&lt;</a:t>
            </a:r>
            <a:r>
              <a:rPr lang="en-US" sz="1400" dirty="0" err="1"/>
              <a:t>br</a:t>
            </a:r>
            <a:r>
              <a:rPr lang="en-US" sz="1400" dirty="0"/>
              <a:t> /&gt;");</a:t>
            </a:r>
          </a:p>
          <a:p>
            <a:r>
              <a:rPr lang="en-US" sz="1400" dirty="0" smtClean="0"/>
              <a:t>		while </a:t>
            </a:r>
            <a:r>
              <a:rPr lang="en-US" sz="1400" dirty="0"/>
              <a:t>(counter &lt; 5</a:t>
            </a:r>
            <a:r>
              <a:rPr lang="en-US" sz="1400" dirty="0" smtClean="0"/>
              <a:t>) {</a:t>
            </a:r>
            <a:endParaRPr lang="en-US" sz="1400" dirty="0"/>
          </a:p>
          <a:p>
            <a:r>
              <a:rPr lang="en-US" sz="1400" dirty="0"/>
              <a:t> </a:t>
            </a:r>
            <a:r>
              <a:rPr lang="en-US" sz="1400" dirty="0" smtClean="0"/>
              <a:t>		 </a:t>
            </a:r>
            <a:r>
              <a:rPr lang="en-US" sz="1400" dirty="0"/>
              <a:t>document.write("Current Count : " + counter + "&lt;</a:t>
            </a:r>
            <a:r>
              <a:rPr lang="en-US" sz="1400" dirty="0" err="1"/>
              <a:t>br</a:t>
            </a:r>
            <a:r>
              <a:rPr lang="en-US" sz="1400" dirty="0"/>
              <a:t> /&gt;");</a:t>
            </a:r>
          </a:p>
          <a:p>
            <a:r>
              <a:rPr lang="en-US" sz="1400" dirty="0"/>
              <a:t>  </a:t>
            </a:r>
            <a:r>
              <a:rPr lang="en-US" sz="1400" dirty="0" smtClean="0"/>
              <a:t>		 counter</a:t>
            </a:r>
            <a:r>
              <a:rPr lang="en-US" sz="1400" dirty="0"/>
              <a:t>++;</a:t>
            </a:r>
          </a:p>
          <a:p>
            <a:r>
              <a:rPr lang="en-US" sz="1400" dirty="0" smtClean="0"/>
              <a:t>		}</a:t>
            </a:r>
            <a:endParaRPr lang="en-US" sz="1400" dirty="0"/>
          </a:p>
          <a:p>
            <a:r>
              <a:rPr lang="en-US" sz="1400" dirty="0" smtClean="0"/>
              <a:t>	document.write</a:t>
            </a:r>
            <a:r>
              <a:rPr lang="en-US" sz="1400" dirty="0"/>
              <a:t>("Loop stopped");</a:t>
            </a:r>
          </a:p>
          <a:p>
            <a:r>
              <a:rPr lang="en-US" sz="1400" dirty="0" smtClean="0"/>
              <a:t>	&lt;/</a:t>
            </a:r>
            <a:r>
              <a:rPr lang="en-US" sz="1400" dirty="0"/>
              <a:t>script&gt;</a:t>
            </a:r>
          </a:p>
          <a:p>
            <a:r>
              <a:rPr lang="en-US" sz="1400" dirty="0"/>
              <a:t>&lt;/head&gt;</a:t>
            </a:r>
          </a:p>
          <a:p>
            <a:r>
              <a:rPr lang="en-US" sz="1400" dirty="0"/>
              <a:t>&lt;body&gt;</a:t>
            </a:r>
          </a:p>
          <a:p>
            <a:r>
              <a:rPr lang="en-US" sz="1400" dirty="0"/>
              <a:t>&lt;/body&gt;</a:t>
            </a:r>
          </a:p>
          <a:p>
            <a:r>
              <a:rPr lang="en-US" sz="1400" dirty="0"/>
              <a:t>&lt;/html&gt;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4109362" cy="3318936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 smtClean="0"/>
              <a:t>Copy the code shown</a:t>
            </a:r>
          </a:p>
          <a:p>
            <a:r>
              <a:rPr lang="en-US" sz="3000" dirty="0"/>
              <a:t>Identify </a:t>
            </a:r>
            <a:r>
              <a:rPr lang="en-US" sz="3000" dirty="0" smtClean="0"/>
              <a:t>what is;</a:t>
            </a:r>
          </a:p>
          <a:p>
            <a:pPr lvl="1"/>
            <a:r>
              <a:rPr lang="en-US" sz="2600" dirty="0" smtClean="0"/>
              <a:t>Loop initialization step</a:t>
            </a:r>
          </a:p>
          <a:p>
            <a:pPr lvl="1"/>
            <a:r>
              <a:rPr lang="en-US" sz="2600" dirty="0" smtClean="0"/>
              <a:t>Looping condition (test)</a:t>
            </a:r>
          </a:p>
          <a:p>
            <a:pPr lvl="1"/>
            <a:r>
              <a:rPr lang="en-US" sz="2600" dirty="0" smtClean="0"/>
              <a:t>Loop update statement</a:t>
            </a:r>
          </a:p>
          <a:p>
            <a:r>
              <a:rPr lang="en-US" sz="3000" dirty="0" smtClean="0"/>
              <a:t>Now replace the while loop with a for loop</a:t>
            </a:r>
          </a:p>
          <a:p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32580033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 Credit Help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Think the following three steps when writing the loop</a:t>
            </a:r>
          </a:p>
          <a:p>
            <a:pPr lvl="1"/>
            <a:r>
              <a:rPr lang="en-US" sz="2600" dirty="0" smtClean="0"/>
              <a:t>What number should you use at the loop initialization step</a:t>
            </a:r>
          </a:p>
          <a:p>
            <a:pPr lvl="1"/>
            <a:r>
              <a:rPr lang="en-US" sz="2600" dirty="0" smtClean="0"/>
              <a:t>What should be the loop test or looping condition</a:t>
            </a:r>
          </a:p>
          <a:p>
            <a:pPr lvl="1"/>
            <a:r>
              <a:rPr lang="en-US" sz="2600" dirty="0" smtClean="0"/>
              <a:t>What should be the loop updating statement</a:t>
            </a:r>
          </a:p>
          <a:p>
            <a:pPr lvl="1"/>
            <a:r>
              <a:rPr lang="en-US" sz="2600" dirty="0" smtClean="0"/>
              <a:t>Should you increase the loop condition variable or decrease it?</a:t>
            </a:r>
          </a:p>
          <a:p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13747254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4800" dirty="0" smtClean="0"/>
              <a:t>If you have questions, please raise your hand, Colin or myself will come to help you</a:t>
            </a:r>
            <a:endParaRPr lang="en-US" sz="4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4470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10744</TotalTime>
  <Words>801</Words>
  <Application>Microsoft Office PowerPoint</Application>
  <PresentationFormat>Widescreen</PresentationFormat>
  <Paragraphs>168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Garamond</vt:lpstr>
      <vt:lpstr>Organic</vt:lpstr>
      <vt:lpstr>CS 1150 – JavaScript Programming Lab</vt:lpstr>
      <vt:lpstr>TA Labs, Office Hours Laboratory Polices</vt:lpstr>
      <vt:lpstr>JavaScript Programming Lab Overview</vt:lpstr>
      <vt:lpstr>How to Submit JavaScript Programming Lab</vt:lpstr>
      <vt:lpstr>What is JavaScript</vt:lpstr>
      <vt:lpstr>Writing Your First JavaScript Code</vt:lpstr>
      <vt:lpstr>Helper HTML Code</vt:lpstr>
      <vt:lpstr>Part 2 Help</vt:lpstr>
      <vt:lpstr>Part 3 Help</vt:lpstr>
      <vt:lpstr>Part 4 Help</vt:lpstr>
      <vt:lpstr>Part 4 Help Cont.</vt:lpstr>
      <vt:lpstr>Part 5 Help</vt:lpstr>
      <vt:lpstr>Part 5 Help Cont.</vt:lpstr>
      <vt:lpstr>Extra Credit Help</vt:lpstr>
      <vt:lpstr>Questions 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1150 – Lab #2 – Exploring Number Systems</dc:title>
  <dc:creator>student</dc:creator>
  <cp:lastModifiedBy>student</cp:lastModifiedBy>
  <cp:revision>109</cp:revision>
  <dcterms:created xsi:type="dcterms:W3CDTF">2013-09-09T12:09:59Z</dcterms:created>
  <dcterms:modified xsi:type="dcterms:W3CDTF">2013-10-14T18:01:46Z</dcterms:modified>
</cp:coreProperties>
</file>